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5" r:id="rId2"/>
    <p:sldMasterId id="2147483706" r:id="rId3"/>
  </p:sldMasterIdLst>
  <p:notesMasterIdLst>
    <p:notesMasterId r:id="rId17"/>
  </p:notesMasterIdLst>
  <p:sldIdLst>
    <p:sldId id="256" r:id="rId4"/>
    <p:sldId id="263" r:id="rId5"/>
    <p:sldId id="350" r:id="rId6"/>
    <p:sldId id="348" r:id="rId7"/>
    <p:sldId id="349" r:id="rId8"/>
    <p:sldId id="357" r:id="rId9"/>
    <p:sldId id="347" r:id="rId10"/>
    <p:sldId id="358" r:id="rId11"/>
    <p:sldId id="359" r:id="rId12"/>
    <p:sldId id="353" r:id="rId13"/>
    <p:sldId id="354" r:id="rId14"/>
    <p:sldId id="356" r:id="rId15"/>
    <p:sldId id="360" r:id="rId16"/>
  </p:sldIdLst>
  <p:sldSz cx="9144000" cy="5143500" type="screen16x9"/>
  <p:notesSz cx="6858000" cy="9144000"/>
  <p:embeddedFontLst>
    <p:embeddedFont>
      <p:font typeface="Montserra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A5166-6523-B201-C4CB-48AE762D966E}" v="118" dt="2026-02-15T03:00:57"/>
    <p1510:client id="{9371E865-1E7A-A80F-0327-E552FF5F3AF3}" v="531" dt="2026-02-14T07:46:44.867"/>
    <p1510:client id="{AFE279A6-FBD5-557B-85FA-4B927B430AC1}" v="1" dt="2026-02-15T02:16:17.652"/>
  </p1510:revLst>
</p1510:revInfo>
</file>

<file path=ppt/tableStyles.xml><?xml version="1.0" encoding="utf-8"?>
<a:tblStyleLst xmlns:a="http://schemas.openxmlformats.org/drawingml/2006/main" def="{155D94CF-976D-4555-B3E2-F2BDE5957112}">
  <a:tblStyle styleId="{155D94CF-976D-4555-B3E2-F2BDE59571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den Chia Yu Xiang" userId="S::2570261@sit.singaporetech.edu.sg::7e7ac843-b72d-4b0f-b306-eb1e8bbe900f" providerId="AD" clId="Web-{9371E865-1E7A-A80F-0327-E552FF5F3AF3}"/>
    <pc:docChg chg="addSld delSld modSld">
      <pc:chgData name="Alden Chia Yu Xiang" userId="S::2570261@sit.singaporetech.edu.sg::7e7ac843-b72d-4b0f-b306-eb1e8bbe900f" providerId="AD" clId="Web-{9371E865-1E7A-A80F-0327-E552FF5F3AF3}" dt="2026-02-14T07:46:44.867" v="527"/>
      <pc:docMkLst>
        <pc:docMk/>
      </pc:docMkLst>
      <pc:sldChg chg="addSp delSp modSp del">
        <pc:chgData name="Alden Chia Yu Xiang" userId="S::2570261@sit.singaporetech.edu.sg::7e7ac843-b72d-4b0f-b306-eb1e8bbe900f" providerId="AD" clId="Web-{9371E865-1E7A-A80F-0327-E552FF5F3AF3}" dt="2026-02-14T07:46:38.945" v="526"/>
        <pc:sldMkLst>
          <pc:docMk/>
          <pc:sldMk cId="3192783168" sldId="351"/>
        </pc:sldMkLst>
        <pc:spChg chg="del mod">
          <ac:chgData name="Alden Chia Yu Xiang" userId="S::2570261@sit.singaporetech.edu.sg::7e7ac843-b72d-4b0f-b306-eb1e8bbe900f" providerId="AD" clId="Web-{9371E865-1E7A-A80F-0327-E552FF5F3AF3}" dt="2026-02-14T07:41:44.929" v="519"/>
          <ac:spMkLst>
            <pc:docMk/>
            <pc:sldMk cId="3192783168" sldId="351"/>
            <ac:spMk id="13" creationId="{0A510E6F-F3D5-46B2-A1B3-8ECD3374FA50}"/>
          </ac:spMkLst>
        </pc:spChg>
        <pc:spChg chg="del mod">
          <ac:chgData name="Alden Chia Yu Xiang" userId="S::2570261@sit.singaporetech.edu.sg::7e7ac843-b72d-4b0f-b306-eb1e8bbe900f" providerId="AD" clId="Web-{9371E865-1E7A-A80F-0327-E552FF5F3AF3}" dt="2026-02-14T07:41:44.929" v="518"/>
          <ac:spMkLst>
            <pc:docMk/>
            <pc:sldMk cId="3192783168" sldId="351"/>
            <ac:spMk id="18" creationId="{35574BA0-9B79-1EB0-8E51-68FB5BC3CF4E}"/>
          </ac:spMkLst>
        </pc:spChg>
        <pc:picChg chg="add del mod">
          <ac:chgData name="Alden Chia Yu Xiang" userId="S::2570261@sit.singaporetech.edu.sg::7e7ac843-b72d-4b0f-b306-eb1e8bbe900f" providerId="AD" clId="Web-{9371E865-1E7A-A80F-0327-E552FF5F3AF3}" dt="2026-02-14T07:31:10.276" v="447"/>
          <ac:picMkLst>
            <pc:docMk/>
            <pc:sldMk cId="3192783168" sldId="351"/>
            <ac:picMk id="2" creationId="{3BBD85D5-BA86-C657-98AE-429B1C9C3194}"/>
          </ac:picMkLst>
        </pc:picChg>
        <pc:picChg chg="add del mod">
          <ac:chgData name="Alden Chia Yu Xiang" userId="S::2570261@sit.singaporetech.edu.sg::7e7ac843-b72d-4b0f-b306-eb1e8bbe900f" providerId="AD" clId="Web-{9371E865-1E7A-A80F-0327-E552FF5F3AF3}" dt="2026-02-14T07:41:44.929" v="517"/>
          <ac:picMkLst>
            <pc:docMk/>
            <pc:sldMk cId="3192783168" sldId="351"/>
            <ac:picMk id="3" creationId="{6531F62D-2E5E-2518-9EAF-B826C3687F49}"/>
          </ac:picMkLst>
        </pc:picChg>
        <pc:picChg chg="del">
          <ac:chgData name="Alden Chia Yu Xiang" userId="S::2570261@sit.singaporetech.edu.sg::7e7ac843-b72d-4b0f-b306-eb1e8bbe900f" providerId="AD" clId="Web-{9371E865-1E7A-A80F-0327-E552FF5F3AF3}" dt="2026-02-14T07:31:19.886" v="450"/>
          <ac:picMkLst>
            <pc:docMk/>
            <pc:sldMk cId="3192783168" sldId="351"/>
            <ac:picMk id="4" creationId="{57652E19-B27F-45F3-1F4D-53460D130A0D}"/>
          </ac:picMkLst>
        </pc:picChg>
        <pc:picChg chg="add del mod">
          <ac:chgData name="Alden Chia Yu Xiang" userId="S::2570261@sit.singaporetech.edu.sg::7e7ac843-b72d-4b0f-b306-eb1e8bbe900f" providerId="AD" clId="Web-{9371E865-1E7A-A80F-0327-E552FF5F3AF3}" dt="2026-02-14T07:41:44.929" v="516"/>
          <ac:picMkLst>
            <pc:docMk/>
            <pc:sldMk cId="3192783168" sldId="351"/>
            <ac:picMk id="5" creationId="{D635BD64-6F35-8776-39AA-0B9443771D41}"/>
          </ac:picMkLst>
        </pc:picChg>
        <pc:picChg chg="add mod">
          <ac:chgData name="Alden Chia Yu Xiang" userId="S::2570261@sit.singaporetech.edu.sg::7e7ac843-b72d-4b0f-b306-eb1e8bbe900f" providerId="AD" clId="Web-{9371E865-1E7A-A80F-0327-E552FF5F3AF3}" dt="2026-02-14T07:42:15.366" v="524" actId="1076"/>
          <ac:picMkLst>
            <pc:docMk/>
            <pc:sldMk cId="3192783168" sldId="351"/>
            <ac:picMk id="6" creationId="{ED373D48-CDCA-DB9F-F337-8E4F9D6B34FA}"/>
          </ac:picMkLst>
        </pc:picChg>
        <pc:picChg chg="del">
          <ac:chgData name="Alden Chia Yu Xiang" userId="S::2570261@sit.singaporetech.edu.sg::7e7ac843-b72d-4b0f-b306-eb1e8bbe900f" providerId="AD" clId="Web-{9371E865-1E7A-A80F-0327-E552FF5F3AF3}" dt="2026-02-14T07:32:10.419" v="464"/>
          <ac:picMkLst>
            <pc:docMk/>
            <pc:sldMk cId="3192783168" sldId="351"/>
            <ac:picMk id="7" creationId="{664675BB-5485-CBFE-9A7E-D2C9301D7BEA}"/>
          </ac:picMkLst>
        </pc:picChg>
      </pc:sldChg>
      <pc:sldChg chg="addSp delSp modSp del">
        <pc:chgData name="Alden Chia Yu Xiang" userId="S::2570261@sit.singaporetech.edu.sg::7e7ac843-b72d-4b0f-b306-eb1e8bbe900f" providerId="AD" clId="Web-{9371E865-1E7A-A80F-0327-E552FF5F3AF3}" dt="2026-02-14T07:46:44.867" v="527"/>
        <pc:sldMkLst>
          <pc:docMk/>
          <pc:sldMk cId="3062054634" sldId="352"/>
        </pc:sldMkLst>
        <pc:spChg chg="mod">
          <ac:chgData name="Alden Chia Yu Xiang" userId="S::2570261@sit.singaporetech.edu.sg::7e7ac843-b72d-4b0f-b306-eb1e8bbe900f" providerId="AD" clId="Web-{9371E865-1E7A-A80F-0327-E552FF5F3AF3}" dt="2026-02-14T07:34:00.751" v="485" actId="20577"/>
          <ac:spMkLst>
            <pc:docMk/>
            <pc:sldMk cId="3062054634" sldId="352"/>
            <ac:spMk id="13" creationId="{0C14B711-C99C-3334-75D3-A3070ABB8788}"/>
          </ac:spMkLst>
        </pc:spChg>
        <pc:spChg chg="mod">
          <ac:chgData name="Alden Chia Yu Xiang" userId="S::2570261@sit.singaporetech.edu.sg::7e7ac843-b72d-4b0f-b306-eb1e8bbe900f" providerId="AD" clId="Web-{9371E865-1E7A-A80F-0327-E552FF5F3AF3}" dt="2026-02-14T07:34:52.549" v="500" actId="20577"/>
          <ac:spMkLst>
            <pc:docMk/>
            <pc:sldMk cId="3062054634" sldId="352"/>
            <ac:spMk id="18" creationId="{563DAFBA-9CB8-EF73-0194-2A719246E535}"/>
          </ac:spMkLst>
        </pc:spChg>
        <pc:picChg chg="add mod">
          <ac:chgData name="Alden Chia Yu Xiang" userId="S::2570261@sit.singaporetech.edu.sg::7e7ac843-b72d-4b0f-b306-eb1e8bbe900f" providerId="AD" clId="Web-{9371E865-1E7A-A80F-0327-E552FF5F3AF3}" dt="2026-02-14T07:34:01.391" v="486" actId="1076"/>
          <ac:picMkLst>
            <pc:docMk/>
            <pc:sldMk cId="3062054634" sldId="352"/>
            <ac:picMk id="2" creationId="{E69F2732-613F-2357-64DA-BB1DCB9AA811}"/>
          </ac:picMkLst>
        </pc:picChg>
        <pc:picChg chg="add mod">
          <ac:chgData name="Alden Chia Yu Xiang" userId="S::2570261@sit.singaporetech.edu.sg::7e7ac843-b72d-4b0f-b306-eb1e8bbe900f" providerId="AD" clId="Web-{9371E865-1E7A-A80F-0327-E552FF5F3AF3}" dt="2026-02-14T07:34:40.517" v="490" actId="1076"/>
          <ac:picMkLst>
            <pc:docMk/>
            <pc:sldMk cId="3062054634" sldId="352"/>
            <ac:picMk id="3" creationId="{FB0B3F03-5BE5-B4C9-1083-70D3A3BD28BA}"/>
          </ac:picMkLst>
        </pc:picChg>
        <pc:picChg chg="del">
          <ac:chgData name="Alden Chia Yu Xiang" userId="S::2570261@sit.singaporetech.edu.sg::7e7ac843-b72d-4b0f-b306-eb1e8bbe900f" providerId="AD" clId="Web-{9371E865-1E7A-A80F-0327-E552FF5F3AF3}" dt="2026-02-14T07:34:36.580" v="489"/>
          <ac:picMkLst>
            <pc:docMk/>
            <pc:sldMk cId="3062054634" sldId="352"/>
            <ac:picMk id="4" creationId="{74005E7D-29DC-ED6E-5899-290B237765CC}"/>
          </ac:picMkLst>
        </pc:picChg>
        <pc:picChg chg="del">
          <ac:chgData name="Alden Chia Yu Xiang" userId="S::2570261@sit.singaporetech.edu.sg::7e7ac843-b72d-4b0f-b306-eb1e8bbe900f" providerId="AD" clId="Web-{9371E865-1E7A-A80F-0327-E552FF5F3AF3}" dt="2026-02-14T07:33:35.844" v="475"/>
          <ac:picMkLst>
            <pc:docMk/>
            <pc:sldMk cId="3062054634" sldId="352"/>
            <ac:picMk id="7" creationId="{A5C12D35-072F-F84B-8729-775F8BC50DF2}"/>
          </ac:picMkLst>
        </pc:picChg>
      </pc:sldChg>
      <pc:sldChg chg="del">
        <pc:chgData name="Alden Chia Yu Xiang" userId="S::2570261@sit.singaporetech.edu.sg::7e7ac843-b72d-4b0f-b306-eb1e8bbe900f" providerId="AD" clId="Web-{9371E865-1E7A-A80F-0327-E552FF5F3AF3}" dt="2026-02-14T07:36:04.505" v="501"/>
        <pc:sldMkLst>
          <pc:docMk/>
          <pc:sldMk cId="194648434" sldId="355"/>
        </pc:sldMkLst>
      </pc:sldChg>
      <pc:sldChg chg="addSp delSp modSp add replId">
        <pc:chgData name="Alden Chia Yu Xiang" userId="S::2570261@sit.singaporetech.edu.sg::7e7ac843-b72d-4b0f-b306-eb1e8bbe900f" providerId="AD" clId="Web-{9371E865-1E7A-A80F-0327-E552FF5F3AF3}" dt="2026-02-14T07:22:20.113" v="443"/>
        <pc:sldMkLst>
          <pc:docMk/>
          <pc:sldMk cId="1071038960" sldId="356"/>
        </pc:sldMkLst>
        <pc:spChg chg="del">
          <ac:chgData name="Alden Chia Yu Xiang" userId="S::2570261@sit.singaporetech.edu.sg::7e7ac843-b72d-4b0f-b306-eb1e8bbe900f" providerId="AD" clId="Web-{9371E865-1E7A-A80F-0327-E552FF5F3AF3}" dt="2026-02-14T07:18:00.650" v="14"/>
          <ac:spMkLst>
            <pc:docMk/>
            <pc:sldMk cId="1071038960" sldId="356"/>
            <ac:spMk id="13" creationId="{3C648DBC-54E3-4C2B-7F1B-698746A74724}"/>
          </ac:spMkLst>
        </pc:spChg>
        <pc:spChg chg="del">
          <ac:chgData name="Alden Chia Yu Xiang" userId="S::2570261@sit.singaporetech.edu.sg::7e7ac843-b72d-4b0f-b306-eb1e8bbe900f" providerId="AD" clId="Web-{9371E865-1E7A-A80F-0327-E552FF5F3AF3}" dt="2026-02-14T07:18:00.650" v="13"/>
          <ac:spMkLst>
            <pc:docMk/>
            <pc:sldMk cId="1071038960" sldId="356"/>
            <ac:spMk id="18" creationId="{AFD362C2-6045-BDCF-A6E2-998C831C5B94}"/>
          </ac:spMkLst>
        </pc:spChg>
        <pc:spChg chg="mod">
          <ac:chgData name="Alden Chia Yu Xiang" userId="S::2570261@sit.singaporetech.edu.sg::7e7ac843-b72d-4b0f-b306-eb1e8bbe900f" providerId="AD" clId="Web-{9371E865-1E7A-A80F-0327-E552FF5F3AF3}" dt="2026-02-14T07:17:43.213" v="10" actId="1076"/>
          <ac:spMkLst>
            <pc:docMk/>
            <pc:sldMk cId="1071038960" sldId="356"/>
            <ac:spMk id="560" creationId="{23A12E9C-0431-FC14-3708-3F60D089C0BF}"/>
          </ac:spMkLst>
        </pc:spChg>
        <pc:graphicFrameChg chg="add mod modGraphic">
          <ac:chgData name="Alden Chia Yu Xiang" userId="S::2570261@sit.singaporetech.edu.sg::7e7ac843-b72d-4b0f-b306-eb1e8bbe900f" providerId="AD" clId="Web-{9371E865-1E7A-A80F-0327-E552FF5F3AF3}" dt="2026-02-14T07:22:20.113" v="443"/>
          <ac:graphicFrameMkLst>
            <pc:docMk/>
            <pc:sldMk cId="1071038960" sldId="356"/>
            <ac:graphicFrameMk id="2" creationId="{BFA89FA7-3D54-3658-28DE-0C26F3FD32A4}"/>
          </ac:graphicFrameMkLst>
        </pc:graphicFrameChg>
        <pc:picChg chg="del">
          <ac:chgData name="Alden Chia Yu Xiang" userId="S::2570261@sit.singaporetech.edu.sg::7e7ac843-b72d-4b0f-b306-eb1e8bbe900f" providerId="AD" clId="Web-{9371E865-1E7A-A80F-0327-E552FF5F3AF3}" dt="2026-02-14T07:18:00.650" v="12"/>
          <ac:picMkLst>
            <pc:docMk/>
            <pc:sldMk cId="1071038960" sldId="356"/>
            <ac:picMk id="4" creationId="{9DA2F392-7EEB-E9DF-470B-F7C3C039D314}"/>
          </ac:picMkLst>
        </pc:picChg>
        <pc:picChg chg="del">
          <ac:chgData name="Alden Chia Yu Xiang" userId="S::2570261@sit.singaporetech.edu.sg::7e7ac843-b72d-4b0f-b306-eb1e8bbe900f" providerId="AD" clId="Web-{9371E865-1E7A-A80F-0327-E552FF5F3AF3}" dt="2026-02-14T07:18:00.650" v="11"/>
          <ac:picMkLst>
            <pc:docMk/>
            <pc:sldMk cId="1071038960" sldId="356"/>
            <ac:picMk id="7" creationId="{E7112DA2-9432-6E34-92B5-70AA9508A54E}"/>
          </ac:picMkLst>
        </pc:picChg>
      </pc:sldChg>
      <pc:sldChg chg="addSp delSp modSp add replId">
        <pc:chgData name="Alden Chia Yu Xiang" userId="S::2570261@sit.singaporetech.edu.sg::7e7ac843-b72d-4b0f-b306-eb1e8bbe900f" providerId="AD" clId="Web-{9371E865-1E7A-A80F-0327-E552FF5F3AF3}" dt="2026-02-14T07:40:52.367" v="514" actId="1076"/>
        <pc:sldMkLst>
          <pc:docMk/>
          <pc:sldMk cId="206589524" sldId="357"/>
        </pc:sldMkLst>
        <pc:spChg chg="del">
          <ac:chgData name="Alden Chia Yu Xiang" userId="S::2570261@sit.singaporetech.edu.sg::7e7ac843-b72d-4b0f-b306-eb1e8bbe900f" providerId="AD" clId="Web-{9371E865-1E7A-A80F-0327-E552FF5F3AF3}" dt="2026-02-14T07:40:16.180" v="506"/>
          <ac:spMkLst>
            <pc:docMk/>
            <pc:sldMk cId="206589524" sldId="357"/>
            <ac:spMk id="13" creationId="{9ED49544-DB09-8E9F-0F72-99A13282BA74}"/>
          </ac:spMkLst>
        </pc:spChg>
        <pc:spChg chg="del">
          <ac:chgData name="Alden Chia Yu Xiang" userId="S::2570261@sit.singaporetech.edu.sg::7e7ac843-b72d-4b0f-b306-eb1e8bbe900f" providerId="AD" clId="Web-{9371E865-1E7A-A80F-0327-E552FF5F3AF3}" dt="2026-02-14T07:40:16.180" v="505"/>
          <ac:spMkLst>
            <pc:docMk/>
            <pc:sldMk cId="206589524" sldId="357"/>
            <ac:spMk id="18" creationId="{3703A881-D25C-A543-F5FB-CC65297A0030}"/>
          </ac:spMkLst>
        </pc:spChg>
        <pc:spChg chg="mod">
          <ac:chgData name="Alden Chia Yu Xiang" userId="S::2570261@sit.singaporetech.edu.sg::7e7ac843-b72d-4b0f-b306-eb1e8bbe900f" providerId="AD" clId="Web-{9371E865-1E7A-A80F-0327-E552FF5F3AF3}" dt="2026-02-14T07:40:50.617" v="513" actId="1076"/>
          <ac:spMkLst>
            <pc:docMk/>
            <pc:sldMk cId="206589524" sldId="357"/>
            <ac:spMk id="560" creationId="{F2EDB803-C59C-90C1-DC41-50BA54CD8CE2}"/>
          </ac:spMkLst>
        </pc:spChg>
        <pc:picChg chg="add mod">
          <ac:chgData name="Alden Chia Yu Xiang" userId="S::2570261@sit.singaporetech.edu.sg::7e7ac843-b72d-4b0f-b306-eb1e8bbe900f" providerId="AD" clId="Web-{9371E865-1E7A-A80F-0327-E552FF5F3AF3}" dt="2026-02-14T07:40:52.367" v="514" actId="1076"/>
          <ac:picMkLst>
            <pc:docMk/>
            <pc:sldMk cId="206589524" sldId="357"/>
            <ac:picMk id="2" creationId="{AE1F10AE-8B4B-BF60-3E90-D26A203D2366}"/>
          </ac:picMkLst>
        </pc:picChg>
        <pc:picChg chg="del">
          <ac:chgData name="Alden Chia Yu Xiang" userId="S::2570261@sit.singaporetech.edu.sg::7e7ac843-b72d-4b0f-b306-eb1e8bbe900f" providerId="AD" clId="Web-{9371E865-1E7A-A80F-0327-E552FF5F3AF3}" dt="2026-02-14T07:40:16.180" v="504"/>
          <ac:picMkLst>
            <pc:docMk/>
            <pc:sldMk cId="206589524" sldId="357"/>
            <ac:picMk id="4" creationId="{23AEC055-CA00-3FF0-DC18-920DB953D329}"/>
          </ac:picMkLst>
        </pc:picChg>
        <pc:picChg chg="del">
          <ac:chgData name="Alden Chia Yu Xiang" userId="S::2570261@sit.singaporetech.edu.sg::7e7ac843-b72d-4b0f-b306-eb1e8bbe900f" providerId="AD" clId="Web-{9371E865-1E7A-A80F-0327-E552FF5F3AF3}" dt="2026-02-14T07:40:16.180" v="503"/>
          <ac:picMkLst>
            <pc:docMk/>
            <pc:sldMk cId="206589524" sldId="357"/>
            <ac:picMk id="7" creationId="{6F41D7FD-6D03-BC25-0CE4-60E5D8A69697}"/>
          </ac:picMkLst>
        </pc:picChg>
      </pc:sldChg>
      <pc:sldChg chg="add replId">
        <pc:chgData name="Alden Chia Yu Xiang" userId="S::2570261@sit.singaporetech.edu.sg::7e7ac843-b72d-4b0f-b306-eb1e8bbe900f" providerId="AD" clId="Web-{9371E865-1E7A-A80F-0327-E552FF5F3AF3}" dt="2026-02-14T07:41:40.663" v="515"/>
        <pc:sldMkLst>
          <pc:docMk/>
          <pc:sldMk cId="4070376573" sldId="358"/>
        </pc:sldMkLst>
      </pc:sldChg>
      <pc:sldChg chg="add replId">
        <pc:chgData name="Alden Chia Yu Xiang" userId="S::2570261@sit.singaporetech.edu.sg::7e7ac843-b72d-4b0f-b306-eb1e8bbe900f" providerId="AD" clId="Web-{9371E865-1E7A-A80F-0327-E552FF5F3AF3}" dt="2026-02-14T07:42:19.804" v="525"/>
        <pc:sldMkLst>
          <pc:docMk/>
          <pc:sldMk cId="638617788" sldId="359"/>
        </pc:sldMkLst>
      </pc:sldChg>
      <pc:sldChg chg="add del replId">
        <pc:chgData name="Alden Chia Yu Xiang" userId="S::2570261@sit.singaporetech.edu.sg::7e7ac843-b72d-4b0f-b306-eb1e8bbe900f" providerId="AD" clId="Web-{9371E865-1E7A-A80F-0327-E552FF5F3AF3}" dt="2026-02-14T07:41:48.445" v="521"/>
        <pc:sldMkLst>
          <pc:docMk/>
          <pc:sldMk cId="1404414939" sldId="359"/>
        </pc:sldMkLst>
      </pc:sldChg>
    </pc:docChg>
  </pc:docChgLst>
  <pc:docChgLst>
    <pc:chgData name="Alden Chia Yu Xiang" userId="S::2570261@sit.singaporetech.edu.sg::7e7ac843-b72d-4b0f-b306-eb1e8bbe900f" providerId="AD" clId="Web-{AFE279A6-FBD5-557B-85FA-4B927B430AC1}"/>
    <pc:docChg chg="modSld">
      <pc:chgData name="Alden Chia Yu Xiang" userId="S::2570261@sit.singaporetech.edu.sg::7e7ac843-b72d-4b0f-b306-eb1e8bbe900f" providerId="AD" clId="Web-{AFE279A6-FBD5-557B-85FA-4B927B430AC1}" dt="2026-02-15T02:16:17.652" v="0"/>
      <pc:docMkLst>
        <pc:docMk/>
      </pc:docMkLst>
      <pc:sldChg chg="addAnim">
        <pc:chgData name="Alden Chia Yu Xiang" userId="S::2570261@sit.singaporetech.edu.sg::7e7ac843-b72d-4b0f-b306-eb1e8bbe900f" providerId="AD" clId="Web-{AFE279A6-FBD5-557B-85FA-4B927B430AC1}" dt="2026-02-15T02:16:17.652" v="0"/>
        <pc:sldMkLst>
          <pc:docMk/>
          <pc:sldMk cId="0" sldId="263"/>
        </pc:sldMkLst>
      </pc:sldChg>
    </pc:docChg>
  </pc:docChgLst>
  <pc:docChgLst>
    <pc:chgData name="Alden Chia Yu Xiang" userId="S::2570261@sit.singaporetech.edu.sg::7e7ac843-b72d-4b0f-b306-eb1e8bbe900f" providerId="AD" clId="Web-{280A5166-6523-B201-C4CB-48AE762D966E}"/>
    <pc:docChg chg="addSld delSld modSld sldOrd">
      <pc:chgData name="Alden Chia Yu Xiang" userId="S::2570261@sit.singaporetech.edu.sg::7e7ac843-b72d-4b0f-b306-eb1e8bbe900f" providerId="AD" clId="Web-{280A5166-6523-B201-C4CB-48AE762D966E}" dt="2026-02-15T03:00:57" v="117" actId="20577"/>
      <pc:docMkLst>
        <pc:docMk/>
      </pc:docMkLst>
      <pc:sldChg chg="delAnim">
        <pc:chgData name="Alden Chia Yu Xiang" userId="S::2570261@sit.singaporetech.edu.sg::7e7ac843-b72d-4b0f-b306-eb1e8bbe900f" providerId="AD" clId="Web-{280A5166-6523-B201-C4CB-48AE762D966E}" dt="2026-02-15T02:22:43.635" v="2"/>
        <pc:sldMkLst>
          <pc:docMk/>
          <pc:sldMk cId="0" sldId="256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4:38.996" v="8"/>
        <pc:sldMkLst>
          <pc:docMk/>
          <pc:sldMk cId="0" sldId="257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08.076" v="10"/>
        <pc:sldMkLst>
          <pc:docMk/>
          <pc:sldMk cId="0" sldId="258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08.811" v="11"/>
        <pc:sldMkLst>
          <pc:docMk/>
          <pc:sldMk cId="0" sldId="259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09.404" v="12"/>
        <pc:sldMkLst>
          <pc:docMk/>
          <pc:sldMk cId="0" sldId="260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0.076" v="13"/>
        <pc:sldMkLst>
          <pc:docMk/>
          <pc:sldMk cId="0" sldId="261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2.279" v="14"/>
        <pc:sldMkLst>
          <pc:docMk/>
          <pc:sldMk cId="0" sldId="262"/>
        </pc:sldMkLst>
      </pc:sldChg>
      <pc:sldChg chg="delAnim">
        <pc:chgData name="Alden Chia Yu Xiang" userId="S::2570261@sit.singaporetech.edu.sg::7e7ac843-b72d-4b0f-b306-eb1e8bbe900f" providerId="AD" clId="Web-{280A5166-6523-B201-C4CB-48AE762D966E}" dt="2026-02-15T02:18:24.191" v="0"/>
        <pc:sldMkLst>
          <pc:docMk/>
          <pc:sldMk cId="0" sldId="263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2.342" v="15"/>
        <pc:sldMkLst>
          <pc:docMk/>
          <pc:sldMk cId="0" sldId="264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2.357" v="16"/>
        <pc:sldMkLst>
          <pc:docMk/>
          <pc:sldMk cId="0" sldId="265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2.389" v="17"/>
        <pc:sldMkLst>
          <pc:docMk/>
          <pc:sldMk cId="0" sldId="266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2.404" v="18"/>
        <pc:sldMkLst>
          <pc:docMk/>
          <pc:sldMk cId="0" sldId="267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2.420" v="19"/>
        <pc:sldMkLst>
          <pc:docMk/>
          <pc:sldMk cId="0" sldId="268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4.467" v="20"/>
        <pc:sldMkLst>
          <pc:docMk/>
          <pc:sldMk cId="0" sldId="269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4.529" v="21"/>
        <pc:sldMkLst>
          <pc:docMk/>
          <pc:sldMk cId="0" sldId="270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4.545" v="22"/>
        <pc:sldMkLst>
          <pc:docMk/>
          <pc:sldMk cId="0" sldId="271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4.576" v="23"/>
        <pc:sldMkLst>
          <pc:docMk/>
          <pc:sldMk cId="0" sldId="272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4.686" v="24"/>
        <pc:sldMkLst>
          <pc:docMk/>
          <pc:sldMk cId="0" sldId="273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4.717" v="25"/>
        <pc:sldMkLst>
          <pc:docMk/>
          <pc:sldMk cId="0" sldId="274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4.842" v="26"/>
        <pc:sldMkLst>
          <pc:docMk/>
          <pc:sldMk cId="0" sldId="275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4.967" v="27"/>
        <pc:sldMkLst>
          <pc:docMk/>
          <pc:sldMk cId="0" sldId="276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5.123" v="28"/>
        <pc:sldMkLst>
          <pc:docMk/>
          <pc:sldMk cId="0" sldId="277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5.404" v="29"/>
        <pc:sldMkLst>
          <pc:docMk/>
          <pc:sldMk cId="0" sldId="278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5.733" v="30"/>
        <pc:sldMkLst>
          <pc:docMk/>
          <pc:sldMk cId="0" sldId="279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6.061" v="31"/>
        <pc:sldMkLst>
          <pc:docMk/>
          <pc:sldMk cId="0" sldId="280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6.389" v="32"/>
        <pc:sldMkLst>
          <pc:docMk/>
          <pc:sldMk cId="0" sldId="281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6.748" v="33"/>
        <pc:sldMkLst>
          <pc:docMk/>
          <pc:sldMk cId="0" sldId="282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7.389" v="34"/>
        <pc:sldMkLst>
          <pc:docMk/>
          <pc:sldMk cId="0" sldId="283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7.514" v="35"/>
        <pc:sldMkLst>
          <pc:docMk/>
          <pc:sldMk cId="0" sldId="284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7.701" v="36"/>
        <pc:sldMkLst>
          <pc:docMk/>
          <pc:sldMk cId="0" sldId="285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8.061" v="37"/>
        <pc:sldMkLst>
          <pc:docMk/>
          <pc:sldMk cId="0" sldId="286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8.498" v="38"/>
        <pc:sldMkLst>
          <pc:docMk/>
          <pc:sldMk cId="0" sldId="287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8.733" v="39"/>
        <pc:sldMkLst>
          <pc:docMk/>
          <pc:sldMk cId="0" sldId="288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19.233" v="40"/>
        <pc:sldMkLst>
          <pc:docMk/>
          <pc:sldMk cId="0" sldId="289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20.186" v="41"/>
        <pc:sldMkLst>
          <pc:docMk/>
          <pc:sldMk cId="0" sldId="290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20.701" v="42"/>
        <pc:sldMkLst>
          <pc:docMk/>
          <pc:sldMk cId="0" sldId="291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21.436" v="43"/>
        <pc:sldMkLst>
          <pc:docMk/>
          <pc:sldMk cId="0" sldId="292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22.045" v="44"/>
        <pc:sldMkLst>
          <pc:docMk/>
          <pc:sldMk cId="0" sldId="293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24.576" v="45"/>
        <pc:sldMkLst>
          <pc:docMk/>
          <pc:sldMk cId="0" sldId="294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25.248" v="46"/>
        <pc:sldMkLst>
          <pc:docMk/>
          <pc:sldMk cId="0" sldId="295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25.655" v="47"/>
        <pc:sldMkLst>
          <pc:docMk/>
          <pc:sldMk cId="0" sldId="296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26.170" v="48"/>
        <pc:sldMkLst>
          <pc:docMk/>
          <pc:sldMk cId="0" sldId="297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26.936" v="49"/>
        <pc:sldMkLst>
          <pc:docMk/>
          <pc:sldMk cId="0" sldId="298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29.139" v="50"/>
        <pc:sldMkLst>
          <pc:docMk/>
          <pc:sldMk cId="0" sldId="299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0.920" v="51"/>
        <pc:sldMkLst>
          <pc:docMk/>
          <pc:sldMk cId="0" sldId="300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1.608" v="52"/>
        <pc:sldMkLst>
          <pc:docMk/>
          <pc:sldMk cId="0" sldId="301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3.498" v="53"/>
        <pc:sldMkLst>
          <pc:docMk/>
          <pc:sldMk cId="0" sldId="302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4.483" v="54"/>
        <pc:sldMkLst>
          <pc:docMk/>
          <pc:sldMk cId="0" sldId="303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5.201" v="55"/>
        <pc:sldMkLst>
          <pc:docMk/>
          <pc:sldMk cId="0" sldId="304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5.826" v="56"/>
        <pc:sldMkLst>
          <pc:docMk/>
          <pc:sldMk cId="0" sldId="305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7.389" v="57"/>
        <pc:sldMkLst>
          <pc:docMk/>
          <pc:sldMk cId="0" sldId="306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7.998" v="58"/>
        <pc:sldMkLst>
          <pc:docMk/>
          <pc:sldMk cId="0" sldId="307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8.733" v="59"/>
        <pc:sldMkLst>
          <pc:docMk/>
          <pc:sldMk cId="0" sldId="308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9.358" v="60"/>
        <pc:sldMkLst>
          <pc:docMk/>
          <pc:sldMk cId="0" sldId="309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39.905" v="61"/>
        <pc:sldMkLst>
          <pc:docMk/>
          <pc:sldMk cId="0" sldId="310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40.452" v="62"/>
        <pc:sldMkLst>
          <pc:docMk/>
          <pc:sldMk cId="0" sldId="311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41.061" v="63"/>
        <pc:sldMkLst>
          <pc:docMk/>
          <pc:sldMk cId="0" sldId="312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41.967" v="64"/>
        <pc:sldMkLst>
          <pc:docMk/>
          <pc:sldMk cId="0" sldId="313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42.748" v="65"/>
        <pc:sldMkLst>
          <pc:docMk/>
          <pc:sldMk cId="0" sldId="314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43.686" v="66"/>
        <pc:sldMkLst>
          <pc:docMk/>
          <pc:sldMk cId="0" sldId="315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44.420" v="67"/>
        <pc:sldMkLst>
          <pc:docMk/>
          <pc:sldMk cId="0" sldId="316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44.998" v="68"/>
        <pc:sldMkLst>
          <pc:docMk/>
          <pc:sldMk cId="0" sldId="317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45.561" v="69"/>
        <pc:sldMkLst>
          <pc:docMk/>
          <pc:sldMk cId="0" sldId="318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45.936" v="70"/>
        <pc:sldMkLst>
          <pc:docMk/>
          <pc:sldMk cId="0" sldId="319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46.748" v="71"/>
        <pc:sldMkLst>
          <pc:docMk/>
          <pc:sldMk cId="0" sldId="320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51.717" v="72"/>
        <pc:sldMkLst>
          <pc:docMk/>
          <pc:sldMk cId="0" sldId="321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56.280" v="73"/>
        <pc:sldMkLst>
          <pc:docMk/>
          <pc:sldMk cId="0" sldId="322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56.827" v="74"/>
        <pc:sldMkLst>
          <pc:docMk/>
          <pc:sldMk cId="0" sldId="323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57.530" v="75"/>
        <pc:sldMkLst>
          <pc:docMk/>
          <pc:sldMk cId="0" sldId="324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58.139" v="76"/>
        <pc:sldMkLst>
          <pc:docMk/>
          <pc:sldMk cId="0" sldId="325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58.827" v="77"/>
        <pc:sldMkLst>
          <pc:docMk/>
          <pc:sldMk cId="0" sldId="326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59.186" v="78"/>
        <pc:sldMkLst>
          <pc:docMk/>
          <pc:sldMk cId="0" sldId="327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7:59.780" v="79"/>
        <pc:sldMkLst>
          <pc:docMk/>
          <pc:sldMk cId="0" sldId="328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8:00.296" v="80"/>
        <pc:sldMkLst>
          <pc:docMk/>
          <pc:sldMk cId="0" sldId="329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8:00.624" v="81"/>
        <pc:sldMkLst>
          <pc:docMk/>
          <pc:sldMk cId="0" sldId="330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8:01.561" v="82"/>
        <pc:sldMkLst>
          <pc:docMk/>
          <pc:sldMk cId="0" sldId="331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8:01.890" v="83"/>
        <pc:sldMkLst>
          <pc:docMk/>
          <pc:sldMk cId="0" sldId="332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8:24.861" v="84"/>
        <pc:sldMkLst>
          <pc:docMk/>
          <pc:sldMk cId="0" sldId="333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8:27.643" v="85"/>
        <pc:sldMkLst>
          <pc:docMk/>
          <pc:sldMk cId="0" sldId="334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8:57.771" v="87"/>
        <pc:sldMkLst>
          <pc:docMk/>
          <pc:sldMk cId="0" sldId="335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8:48.005" v="86"/>
        <pc:sldMkLst>
          <pc:docMk/>
          <pc:sldMk cId="0" sldId="336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9:03.913" v="88"/>
        <pc:sldMkLst>
          <pc:docMk/>
          <pc:sldMk cId="0" sldId="337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9:22.790" v="89"/>
        <pc:sldMkLst>
          <pc:docMk/>
          <pc:sldMk cId="0" sldId="338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9:38.948" v="90"/>
        <pc:sldMkLst>
          <pc:docMk/>
          <pc:sldMk cId="0" sldId="339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9:46.886" v="91"/>
        <pc:sldMkLst>
          <pc:docMk/>
          <pc:sldMk cId="0" sldId="340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9:48.527" v="92"/>
        <pc:sldMkLst>
          <pc:docMk/>
          <pc:sldMk cId="0" sldId="341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9:52.808" v="93"/>
        <pc:sldMkLst>
          <pc:docMk/>
          <pc:sldMk cId="0" sldId="342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9:56.121" v="94"/>
        <pc:sldMkLst>
          <pc:docMk/>
          <pc:sldMk cId="0" sldId="343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29:59.137" v="95"/>
        <pc:sldMkLst>
          <pc:docMk/>
          <pc:sldMk cId="0" sldId="344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30:21.717" v="96"/>
        <pc:sldMkLst>
          <pc:docMk/>
          <pc:sldMk cId="0" sldId="345"/>
        </pc:sldMkLst>
      </pc:sldChg>
      <pc:sldChg chg="del">
        <pc:chgData name="Alden Chia Yu Xiang" userId="S::2570261@sit.singaporetech.edu.sg::7e7ac843-b72d-4b0f-b306-eb1e8bbe900f" providerId="AD" clId="Web-{280A5166-6523-B201-C4CB-48AE762D966E}" dt="2026-02-15T02:30:23.077" v="97"/>
        <pc:sldMkLst>
          <pc:docMk/>
          <pc:sldMk cId="0" sldId="346"/>
        </pc:sldMkLst>
      </pc:sldChg>
      <pc:sldChg chg="modSp ord">
        <pc:chgData name="Alden Chia Yu Xiang" userId="S::2570261@sit.singaporetech.edu.sg::7e7ac843-b72d-4b0f-b306-eb1e8bbe900f" providerId="AD" clId="Web-{280A5166-6523-B201-C4CB-48AE762D966E}" dt="2026-02-15T02:45:16.642" v="107" actId="20577"/>
        <pc:sldMkLst>
          <pc:docMk/>
          <pc:sldMk cId="739304809" sldId="347"/>
        </pc:sldMkLst>
        <pc:spChg chg="mod">
          <ac:chgData name="Alden Chia Yu Xiang" userId="S::2570261@sit.singaporetech.edu.sg::7e7ac843-b72d-4b0f-b306-eb1e8bbe900f" providerId="AD" clId="Web-{280A5166-6523-B201-C4CB-48AE762D966E}" dt="2026-02-15T02:45:16.642" v="107" actId="20577"/>
          <ac:spMkLst>
            <pc:docMk/>
            <pc:sldMk cId="739304809" sldId="347"/>
            <ac:spMk id="540" creationId="{9D4C9EAB-00C6-3859-0A5F-B9883EFEE848}"/>
          </ac:spMkLst>
        </pc:spChg>
      </pc:sldChg>
      <pc:sldChg chg="delAnim">
        <pc:chgData name="Alden Chia Yu Xiang" userId="S::2570261@sit.singaporetech.edu.sg::7e7ac843-b72d-4b0f-b306-eb1e8bbe900f" providerId="AD" clId="Web-{280A5166-6523-B201-C4CB-48AE762D966E}" dt="2026-02-15T02:43:45.686" v="99"/>
        <pc:sldMkLst>
          <pc:docMk/>
          <pc:sldMk cId="132248625" sldId="348"/>
        </pc:sldMkLst>
      </pc:sldChg>
      <pc:sldChg chg="modSp delAnim">
        <pc:chgData name="Alden Chia Yu Xiang" userId="S::2570261@sit.singaporetech.edu.sg::7e7ac843-b72d-4b0f-b306-eb1e8bbe900f" providerId="AD" clId="Web-{280A5166-6523-B201-C4CB-48AE762D966E}" dt="2026-02-15T03:00:57" v="117" actId="20577"/>
        <pc:sldMkLst>
          <pc:docMk/>
          <pc:sldMk cId="3463566575" sldId="349"/>
        </pc:sldMkLst>
        <pc:spChg chg="mod">
          <ac:chgData name="Alden Chia Yu Xiang" userId="S::2570261@sit.singaporetech.edu.sg::7e7ac843-b72d-4b0f-b306-eb1e8bbe900f" providerId="AD" clId="Web-{280A5166-6523-B201-C4CB-48AE762D966E}" dt="2026-02-15T03:00:57" v="117" actId="20577"/>
          <ac:spMkLst>
            <pc:docMk/>
            <pc:sldMk cId="3463566575" sldId="349"/>
            <ac:spMk id="18" creationId="{F61C9E9B-DB1C-17C3-F6A4-2D06371A4FD4}"/>
          </ac:spMkLst>
        </pc:spChg>
      </pc:sldChg>
      <pc:sldChg chg="addAnim delAnim modAnim">
        <pc:chgData name="Alden Chia Yu Xiang" userId="S::2570261@sit.singaporetech.edu.sg::7e7ac843-b72d-4b0f-b306-eb1e8bbe900f" providerId="AD" clId="Web-{280A5166-6523-B201-C4CB-48AE762D966E}" dt="2026-02-15T02:43:40.108" v="98"/>
        <pc:sldMkLst>
          <pc:docMk/>
          <pc:sldMk cId="636806935" sldId="350"/>
        </pc:sldMkLst>
      </pc:sldChg>
      <pc:sldChg chg="delAnim">
        <pc:chgData name="Alden Chia Yu Xiang" userId="S::2570261@sit.singaporetech.edu.sg::7e7ac843-b72d-4b0f-b306-eb1e8bbe900f" providerId="AD" clId="Web-{280A5166-6523-B201-C4CB-48AE762D966E}" dt="2026-02-15T02:44:04.139" v="103"/>
        <pc:sldMkLst>
          <pc:docMk/>
          <pc:sldMk cId="2171538394" sldId="353"/>
        </pc:sldMkLst>
      </pc:sldChg>
      <pc:sldChg chg="delAnim">
        <pc:chgData name="Alden Chia Yu Xiang" userId="S::2570261@sit.singaporetech.edu.sg::7e7ac843-b72d-4b0f-b306-eb1e8bbe900f" providerId="AD" clId="Web-{280A5166-6523-B201-C4CB-48AE762D966E}" dt="2026-02-15T02:44:06.671" v="104"/>
        <pc:sldMkLst>
          <pc:docMk/>
          <pc:sldMk cId="4238620136" sldId="354"/>
        </pc:sldMkLst>
      </pc:sldChg>
      <pc:sldChg chg="modSp mod modShow">
        <pc:chgData name="Alden Chia Yu Xiang" userId="S::2570261@sit.singaporetech.edu.sg::7e7ac843-b72d-4b0f-b306-eb1e8bbe900f" providerId="AD" clId="Web-{280A5166-6523-B201-C4CB-48AE762D966E}" dt="2026-02-15T02:26:08.325" v="9"/>
        <pc:sldMkLst>
          <pc:docMk/>
          <pc:sldMk cId="1071038960" sldId="356"/>
        </pc:sldMkLst>
        <pc:graphicFrameChg chg="modGraphic">
          <ac:chgData name="Alden Chia Yu Xiang" userId="S::2570261@sit.singaporetech.edu.sg::7e7ac843-b72d-4b0f-b306-eb1e8bbe900f" providerId="AD" clId="Web-{280A5166-6523-B201-C4CB-48AE762D966E}" dt="2026-02-15T02:24:01.464" v="7"/>
          <ac:graphicFrameMkLst>
            <pc:docMk/>
            <pc:sldMk cId="1071038960" sldId="356"/>
            <ac:graphicFrameMk id="2" creationId="{BFA89FA7-3D54-3658-28DE-0C26F3FD32A4}"/>
          </ac:graphicFrameMkLst>
        </pc:graphicFrameChg>
      </pc:sldChg>
      <pc:sldChg chg="delAnim">
        <pc:chgData name="Alden Chia Yu Xiang" userId="S::2570261@sit.singaporetech.edu.sg::7e7ac843-b72d-4b0f-b306-eb1e8bbe900f" providerId="AD" clId="Web-{280A5166-6523-B201-C4CB-48AE762D966E}" dt="2026-02-15T02:43:55.624" v="101"/>
        <pc:sldMkLst>
          <pc:docMk/>
          <pc:sldMk cId="206589524" sldId="357"/>
        </pc:sldMkLst>
      </pc:sldChg>
      <pc:sldChg chg="delAnim">
        <pc:chgData name="Alden Chia Yu Xiang" userId="S::2570261@sit.singaporetech.edu.sg::7e7ac843-b72d-4b0f-b306-eb1e8bbe900f" providerId="AD" clId="Web-{280A5166-6523-B201-C4CB-48AE762D966E}" dt="2026-02-15T02:48:10.768" v="108"/>
        <pc:sldMkLst>
          <pc:docMk/>
          <pc:sldMk cId="4070376573" sldId="358"/>
        </pc:sldMkLst>
      </pc:sldChg>
      <pc:sldChg chg="delAnim">
        <pc:chgData name="Alden Chia Yu Xiang" userId="S::2570261@sit.singaporetech.edu.sg::7e7ac843-b72d-4b0f-b306-eb1e8bbe900f" providerId="AD" clId="Web-{280A5166-6523-B201-C4CB-48AE762D966E}" dt="2026-02-15T02:44:00.343" v="102"/>
        <pc:sldMkLst>
          <pc:docMk/>
          <pc:sldMk cId="638617788" sldId="359"/>
        </pc:sldMkLst>
      </pc:sldChg>
      <pc:sldChg chg="add replId">
        <pc:chgData name="Alden Chia Yu Xiang" userId="S::2570261@sit.singaporetech.edu.sg::7e7ac843-b72d-4b0f-b306-eb1e8bbe900f" providerId="AD" clId="Web-{280A5166-6523-B201-C4CB-48AE762D966E}" dt="2026-02-15T02:44:52.890" v="105"/>
        <pc:sldMkLst>
          <pc:docMk/>
          <pc:sldMk cId="1704470616" sldId="3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775EC589-A033-C26F-6BF9-AA8DF35E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FE95E526-F2C2-274A-6DB4-A478F0496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A14BD385-0C0E-1CC2-2E40-19821DFA88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598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40EB9EBF-EF0F-FE51-92BA-B01008F72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8A6A74D3-E895-FF4C-5A23-95E10B612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68A60471-4A7B-BA40-BFAB-12C00A558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463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60EFD643-AA6E-6492-1D9E-1FA25259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D86605F6-26DB-1184-17DE-B7E812D0C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71D30FA1-2D9C-455C-9477-04D0E4995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898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776EEB50-E928-85A9-95CD-DB88EAFB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B201ADAE-CAAA-A717-44AC-7D06DB9E4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B64B9E3B-7FEA-1C17-A270-4E5BA952E1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925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E587BEE0-99ED-FA0D-9681-527E12EE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28EDF130-65A0-78FD-814E-D9E0DBDD55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EAFD6D7B-776B-1104-9A83-A96CC6FE9D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3408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56290E25-621A-C15E-CE11-E4B69DF7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B2066B08-A69E-B155-7BC2-08A0EF4CE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0FCA9AE9-2583-2023-1B4C-93D4320D7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062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8EC9D4D9-A836-A5E3-1C65-27620A90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338DDE9A-5BA2-C547-853E-F0B2D5952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D098BFBA-F423-C1C1-829B-A0372A9ED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0189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CD71726B-2021-719E-4312-CE5A4679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B2FE9F6D-4184-2ACF-7118-6FEFDD3F1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25450FC4-5EFB-3586-43A9-7F5BDEE864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503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82782861-4114-0E0E-5CB4-73C0771C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FE04F0B8-E00A-279B-B909-EA9243FB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8B21FA4C-BDEB-1ABA-E63A-DFB575D59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5336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E97EE27A-E01A-0A8B-BAAB-21F1F7CD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BB85B326-DE71-1EA4-314B-43FE53B27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8CE80B07-D024-1691-62BA-1C68EA3E2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5498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469FE658-3B2D-30EB-697E-8B0278AE0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A6FFB525-C5D2-3F84-F822-A99B940C4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93AA97DA-4069-EAFD-3555-2A0810137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076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>
            <a:endParaRPr/>
          </a:p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6144975" y="3103725"/>
            <a:ext cx="3118200" cy="22011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5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427325" y="2511800"/>
            <a:ext cx="4965600" cy="111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title" idx="2" hasCustomPrompt="1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1"/>
          </p:nvPr>
        </p:nvSpPr>
        <p:spPr>
          <a:xfrm>
            <a:off x="831625" y="3625000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6" name="Google Shape;156;p21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7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ubTitle" idx="1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2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subTitle" idx="3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4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5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6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7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8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3" name="Google Shape;183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8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5"/>
          <p:cNvSpPr txBox="1">
            <a:spLocks noGrp="1"/>
          </p:cNvSpPr>
          <p:nvPr>
            <p:ph type="body" idx="1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19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title" hasCustomPrompt="1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1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94" name="Google Shape;194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title" idx="2" hasCustomPrompt="1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>
            <a:spLocks noGrp="1"/>
          </p:cNvSpPr>
          <p:nvPr>
            <p:ph type="subTitle" idx="1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2" name="Google Shape;202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0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9" name="Google Shape;20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>
            <a:spLocks noGrp="1"/>
          </p:cNvSpPr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subTitle" idx="1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24" name="Google Shape;224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3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3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>
            <a:spLocks noGrp="1"/>
          </p:cNvSpPr>
          <p:nvPr>
            <p:ph type="subTitle" idx="1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2" name="Google Shape;232;p31"/>
          <p:cNvSpPr txBox="1">
            <a:spLocks noGrp="1"/>
          </p:cNvSpPr>
          <p:nvPr>
            <p:ph type="subTitle" idx="2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1"/>
          <p:cNvSpPr txBox="1">
            <a:spLocks noGrp="1"/>
          </p:cNvSpPr>
          <p:nvPr>
            <p:ph type="subTitle" idx="3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4" name="Google Shape;234;p31"/>
          <p:cNvSpPr txBox="1">
            <a:spLocks noGrp="1"/>
          </p:cNvSpPr>
          <p:nvPr>
            <p:ph type="subTitle" idx="4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subTitle" idx="5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6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38" name="Google Shape;23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2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>
            <a:spLocks noGrp="1"/>
          </p:cNvSpPr>
          <p:nvPr>
            <p:ph type="subTitle" idx="1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2" name="Google Shape;242;p32"/>
          <p:cNvSpPr txBox="1">
            <a:spLocks noGrp="1"/>
          </p:cNvSpPr>
          <p:nvPr>
            <p:ph type="subTitle" idx="2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32"/>
          <p:cNvSpPr txBox="1">
            <a:spLocks noGrp="1"/>
          </p:cNvSpPr>
          <p:nvPr>
            <p:ph type="subTitle" idx="3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subTitle" idx="4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subTitle" idx="5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subTitle" idx="6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248" name="Google Shape;248;p32"/>
          <p:cNvSpPr txBox="1">
            <a:spLocks noGrp="1"/>
          </p:cNvSpPr>
          <p:nvPr>
            <p:ph type="subTitle" idx="7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9" name="Google Shape;249;p32"/>
          <p:cNvSpPr txBox="1">
            <a:spLocks noGrp="1"/>
          </p:cNvSpPr>
          <p:nvPr>
            <p:ph type="subTitle" idx="8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2"/>
          <p:cNvSpPr txBox="1">
            <a:spLocks noGrp="1"/>
          </p:cNvSpPr>
          <p:nvPr>
            <p:ph type="subTitle" idx="9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51" name="Google Shape;251;p32"/>
          <p:cNvSpPr txBox="1">
            <a:spLocks noGrp="1"/>
          </p:cNvSpPr>
          <p:nvPr>
            <p:ph type="subTitle" idx="13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subTitle" idx="14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subTitle" idx="15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54" name="Google Shape;254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32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>
            <a:spLocks noGrp="1"/>
          </p:cNvSpPr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0" name="Google Shape;260;p33"/>
          <p:cNvSpPr txBox="1">
            <a:spLocks noGrp="1"/>
          </p:cNvSpPr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3"/>
          <p:cNvSpPr txBox="1">
            <a:spLocks noGrp="1"/>
          </p:cNvSpPr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subTitle" idx="7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6" name="Google Shape;266;p33"/>
          <p:cNvSpPr txBox="1">
            <a:spLocks noGrp="1"/>
          </p:cNvSpPr>
          <p:nvPr>
            <p:ph type="subTitle" idx="8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subTitle" idx="9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subTitle" idx="13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14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15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72" name="Google Shape;272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33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>
            <a:spLocks noGrp="1"/>
          </p:cNvSpPr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6" name="Google Shape;276;p34"/>
          <p:cNvSpPr txBox="1">
            <a:spLocks noGrp="1"/>
          </p:cNvSpPr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4"/>
          <p:cNvSpPr txBox="1">
            <a:spLocks noGrp="1"/>
          </p:cNvSpPr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8" name="Google Shape;278;p34"/>
          <p:cNvSpPr txBox="1">
            <a:spLocks noGrp="1"/>
          </p:cNvSpPr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4"/>
          <p:cNvSpPr txBox="1">
            <a:spLocks noGrp="1"/>
          </p:cNvSpPr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subTitle" idx="7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subTitle" idx="8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subTitle" idx="9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subTitle" idx="13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34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>
            <a:spLocks noGrp="1"/>
          </p:cNvSpPr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292" name="Google Shape;29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3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3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3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35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35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>
            <a:spLocks noGrp="1"/>
          </p:cNvSpPr>
          <p:nvPr>
            <p:ph type="subTitle" idx="1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0" name="Google Shape;300;p36"/>
          <p:cNvSpPr txBox="1">
            <a:spLocks noGrp="1"/>
          </p:cNvSpPr>
          <p:nvPr>
            <p:ph type="subTitle" idx="2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6"/>
          <p:cNvSpPr txBox="1">
            <a:spLocks noGrp="1"/>
          </p:cNvSpPr>
          <p:nvPr>
            <p:ph type="subTitle" idx="3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2" name="Google Shape;302;p36"/>
          <p:cNvSpPr txBox="1">
            <a:spLocks noGrp="1"/>
          </p:cNvSpPr>
          <p:nvPr>
            <p:ph type="subTitle" idx="4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subTitle" idx="5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ubTitle" idx="6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subTitle" idx="7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subTitle" idx="8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08" name="Google Shape;308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6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>
            <a:spLocks noGrp="1"/>
          </p:cNvSpPr>
          <p:nvPr>
            <p:ph type="subTitle" idx="1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12" name="Google Shape;312;p37"/>
          <p:cNvSpPr txBox="1">
            <a:spLocks noGrp="1"/>
          </p:cNvSpPr>
          <p:nvPr>
            <p:ph type="subTitle" idx="2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7"/>
          <p:cNvSpPr txBox="1">
            <a:spLocks noGrp="1"/>
          </p:cNvSpPr>
          <p:nvPr>
            <p:ph type="subTitle" idx="3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14" name="Google Shape;314;p37"/>
          <p:cNvSpPr txBox="1">
            <a:spLocks noGrp="1"/>
          </p:cNvSpPr>
          <p:nvPr>
            <p:ph type="subTitle" idx="4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7"/>
          <p:cNvSpPr txBox="1">
            <a:spLocks noGrp="1"/>
          </p:cNvSpPr>
          <p:nvPr>
            <p:ph type="subTitle" idx="5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16" name="Google Shape;316;p37"/>
          <p:cNvSpPr txBox="1">
            <a:spLocks noGrp="1"/>
          </p:cNvSpPr>
          <p:nvPr>
            <p:ph type="subTitle" idx="6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3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18" name="Google Shape;318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37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23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3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3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3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8" name="Google Shape;328;p38"/>
          <p:cNvSpPr txBox="1">
            <a:spLocks noGrp="1"/>
          </p:cNvSpPr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8"/>
          <p:cNvSpPr txBox="1">
            <a:spLocks noGrp="1"/>
          </p:cNvSpPr>
          <p:nvPr>
            <p:ph type="subTitle" idx="1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0" name="Google Shape;330;p38"/>
          <p:cNvSpPr txBox="1">
            <a:spLocks noGrp="1"/>
          </p:cNvSpPr>
          <p:nvPr>
            <p:ph type="subTitle" idx="2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8"/>
          <p:cNvSpPr txBox="1">
            <a:spLocks noGrp="1"/>
          </p:cNvSpPr>
          <p:nvPr>
            <p:ph type="subTitle" idx="3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2" name="Google Shape;332;p38"/>
          <p:cNvSpPr txBox="1">
            <a:spLocks noGrp="1"/>
          </p:cNvSpPr>
          <p:nvPr>
            <p:ph type="subTitle" idx="4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8"/>
          <p:cNvSpPr txBox="1">
            <a:spLocks noGrp="1"/>
          </p:cNvSpPr>
          <p:nvPr>
            <p:ph type="subTitle" idx="5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4" name="Google Shape;334;p38"/>
          <p:cNvSpPr txBox="1">
            <a:spLocks noGrp="1"/>
          </p:cNvSpPr>
          <p:nvPr>
            <p:ph type="subTitle" idx="6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38"/>
          <p:cNvSpPr txBox="1">
            <a:spLocks noGrp="1"/>
          </p:cNvSpPr>
          <p:nvPr>
            <p:ph type="subTitle" idx="7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6" name="Google Shape;336;p38"/>
          <p:cNvSpPr txBox="1">
            <a:spLocks noGrp="1"/>
          </p:cNvSpPr>
          <p:nvPr>
            <p:ph type="subTitle" idx="8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title" idx="9" hasCustomPrompt="1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8" name="Google Shape;338;p38"/>
          <p:cNvSpPr txBox="1">
            <a:spLocks noGrp="1"/>
          </p:cNvSpPr>
          <p:nvPr>
            <p:ph type="title" idx="13" hasCustomPrompt="1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38"/>
          <p:cNvSpPr txBox="1">
            <a:spLocks noGrp="1"/>
          </p:cNvSpPr>
          <p:nvPr>
            <p:ph type="title" idx="14" hasCustomPrompt="1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38"/>
          <p:cNvSpPr txBox="1">
            <a:spLocks noGrp="1"/>
          </p:cNvSpPr>
          <p:nvPr>
            <p:ph type="title" idx="15" hasCustomPrompt="1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4_2_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>
            <a:spLocks noGrp="1"/>
          </p:cNvSpPr>
          <p:nvPr>
            <p:ph type="subTitle" idx="1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3" name="Google Shape;343;p39"/>
          <p:cNvSpPr txBox="1">
            <a:spLocks noGrp="1"/>
          </p:cNvSpPr>
          <p:nvPr>
            <p:ph type="subTitle" idx="2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39"/>
          <p:cNvSpPr txBox="1">
            <a:spLocks noGrp="1"/>
          </p:cNvSpPr>
          <p:nvPr>
            <p:ph type="subTitle" idx="3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5" name="Google Shape;345;p39"/>
          <p:cNvSpPr txBox="1">
            <a:spLocks noGrp="1"/>
          </p:cNvSpPr>
          <p:nvPr>
            <p:ph type="subTitle" idx="4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39"/>
          <p:cNvSpPr txBox="1">
            <a:spLocks noGrp="1"/>
          </p:cNvSpPr>
          <p:nvPr>
            <p:ph type="subTitle" idx="5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7" name="Google Shape;347;p39"/>
          <p:cNvSpPr txBox="1">
            <a:spLocks noGrp="1"/>
          </p:cNvSpPr>
          <p:nvPr>
            <p:ph type="subTitle" idx="6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48" name="Google Shape;348;p3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49" name="Google Shape;349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" name="Google Shape;350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CUSTOM_5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>
            <a:spLocks noGrp="1"/>
          </p:cNvSpPr>
          <p:nvPr>
            <p:ph type="subTitle" idx="1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53" name="Google Shape;353;p40"/>
          <p:cNvSpPr txBox="1">
            <a:spLocks noGrp="1"/>
          </p:cNvSpPr>
          <p:nvPr>
            <p:ph type="subTitle" idx="2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40"/>
          <p:cNvSpPr txBox="1">
            <a:spLocks noGrp="1"/>
          </p:cNvSpPr>
          <p:nvPr>
            <p:ph type="subTitle" idx="3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55" name="Google Shape;355;p40"/>
          <p:cNvSpPr txBox="1">
            <a:spLocks noGrp="1"/>
          </p:cNvSpPr>
          <p:nvPr>
            <p:ph type="subTitle" idx="4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0"/>
          <p:cNvSpPr txBox="1">
            <a:spLocks noGrp="1"/>
          </p:cNvSpPr>
          <p:nvPr>
            <p:ph type="subTitle" idx="5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57" name="Google Shape;357;p40"/>
          <p:cNvSpPr txBox="1">
            <a:spLocks noGrp="1"/>
          </p:cNvSpPr>
          <p:nvPr>
            <p:ph type="subTitle" idx="6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40"/>
          <p:cNvSpPr txBox="1">
            <a:spLocks noGrp="1"/>
          </p:cNvSpPr>
          <p:nvPr>
            <p:ph type="subTitle" idx="7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59" name="Google Shape;359;p40"/>
          <p:cNvSpPr txBox="1">
            <a:spLocks noGrp="1"/>
          </p:cNvSpPr>
          <p:nvPr>
            <p:ph type="subTitle" idx="8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4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61" name="Google Shape;361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26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41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41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0" name="Google Shape;370;p41"/>
          <p:cNvSpPr txBox="1">
            <a:spLocks noGrp="1"/>
          </p:cNvSpPr>
          <p:nvPr>
            <p:ph type="subTitle" idx="1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71" name="Google Shape;371;p41"/>
          <p:cNvSpPr txBox="1">
            <a:spLocks noGrp="1"/>
          </p:cNvSpPr>
          <p:nvPr>
            <p:ph type="subTitle" idx="2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41"/>
          <p:cNvSpPr txBox="1">
            <a:spLocks noGrp="1"/>
          </p:cNvSpPr>
          <p:nvPr>
            <p:ph type="subTitle" idx="3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4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1"/>
          <p:cNvSpPr txBox="1">
            <a:spLocks noGrp="1"/>
          </p:cNvSpPr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375" name="Google Shape;375;p41"/>
          <p:cNvSpPr txBox="1">
            <a:spLocks noGrp="1"/>
          </p:cNvSpPr>
          <p:nvPr>
            <p:ph type="subTitle" idx="5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76" name="Google Shape;376;p41"/>
          <p:cNvSpPr txBox="1">
            <a:spLocks noGrp="1"/>
          </p:cNvSpPr>
          <p:nvPr>
            <p:ph type="subTitle" idx="6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>
            <a:spLocks noGrp="1"/>
          </p:cNvSpPr>
          <p:nvPr>
            <p:ph type="title" hasCustomPrompt="1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9" name="Google Shape;379;p42"/>
          <p:cNvSpPr txBox="1">
            <a:spLocks noGrp="1"/>
          </p:cNvSpPr>
          <p:nvPr>
            <p:ph type="subTitle" idx="1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42"/>
          <p:cNvSpPr txBox="1">
            <a:spLocks noGrp="1"/>
          </p:cNvSpPr>
          <p:nvPr>
            <p:ph type="title" idx="2" hasCustomPrompt="1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42"/>
          <p:cNvSpPr txBox="1">
            <a:spLocks noGrp="1"/>
          </p:cNvSpPr>
          <p:nvPr>
            <p:ph type="subTitle" idx="3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42"/>
          <p:cNvSpPr txBox="1">
            <a:spLocks noGrp="1"/>
          </p:cNvSpPr>
          <p:nvPr>
            <p:ph type="title" idx="4" hasCustomPrompt="1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3" name="Google Shape;383;p42"/>
          <p:cNvSpPr txBox="1">
            <a:spLocks noGrp="1"/>
          </p:cNvSpPr>
          <p:nvPr>
            <p:ph type="subTitle" idx="5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4" name="Google Shape;384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28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>
            <a:spLocks noGrp="1"/>
          </p:cNvSpPr>
          <p:nvPr>
            <p:ph type="subTitle" idx="1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8" name="Google Shape;388;p43"/>
          <p:cNvSpPr txBox="1">
            <a:spLocks noGrp="1"/>
          </p:cNvSpPr>
          <p:nvPr>
            <p:ph type="subTitle" idx="2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43"/>
          <p:cNvSpPr txBox="1">
            <a:spLocks noGrp="1"/>
          </p:cNvSpPr>
          <p:nvPr>
            <p:ph type="subTitle" idx="3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90" name="Google Shape;390;p43"/>
          <p:cNvSpPr txBox="1">
            <a:spLocks noGrp="1"/>
          </p:cNvSpPr>
          <p:nvPr>
            <p:ph type="subTitle" idx="4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43"/>
          <p:cNvSpPr txBox="1">
            <a:spLocks noGrp="1"/>
          </p:cNvSpPr>
          <p:nvPr>
            <p:ph type="subTitle" idx="5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92" name="Google Shape;392;p43"/>
          <p:cNvSpPr txBox="1">
            <a:spLocks noGrp="1"/>
          </p:cNvSpPr>
          <p:nvPr>
            <p:ph type="subTitle" idx="6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93" name="Google Shape;393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4" name="Google Shape;394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4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6" name="Google Shape;396;p4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4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8" name="Google Shape;398;p43"/>
          <p:cNvSpPr txBox="1">
            <a:spLocks noGrp="1"/>
          </p:cNvSpPr>
          <p:nvPr>
            <p:ph type="title" hasCustomPrompt="1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9" name="Google Shape;399;p43"/>
          <p:cNvSpPr txBox="1">
            <a:spLocks noGrp="1"/>
          </p:cNvSpPr>
          <p:nvPr>
            <p:ph type="title" idx="7" hasCustomPrompt="1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43"/>
          <p:cNvSpPr txBox="1">
            <a:spLocks noGrp="1"/>
          </p:cNvSpPr>
          <p:nvPr>
            <p:ph type="title" idx="8" hasCustomPrompt="1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7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"/>
          <p:cNvSpPr txBox="1">
            <a:spLocks noGrp="1"/>
          </p:cNvSpPr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44"/>
          <p:cNvSpPr txBox="1">
            <a:spLocks noGrp="1"/>
          </p:cNvSpPr>
          <p:nvPr>
            <p:ph type="subTitle" idx="1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04" name="Google Shape;404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7_2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408" name="Google Shape;408;p45"/>
          <p:cNvSpPr txBox="1">
            <a:spLocks noGrp="1"/>
          </p:cNvSpPr>
          <p:nvPr>
            <p:ph type="subTitle" idx="1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cxnSp>
        <p:nvCxnSpPr>
          <p:cNvPr id="409" name="Google Shape;409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8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>
            <a:spLocks noGrp="1"/>
          </p:cNvSpPr>
          <p:nvPr>
            <p:ph type="subTitle" idx="1"/>
          </p:nvPr>
        </p:nvSpPr>
        <p:spPr>
          <a:xfrm>
            <a:off x="713225" y="1453525"/>
            <a:ext cx="74112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4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414" name="Google Shape;414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9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0" name="Google Shape;420;p4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1" name="Google Shape;421;p4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4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3" name="Google Shape;423;p4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4" name="Google Shape;424;p47"/>
          <p:cNvSpPr txBox="1">
            <a:spLocks noGrp="1"/>
          </p:cNvSpPr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425" name="Google Shape;425;p47"/>
          <p:cNvSpPr txBox="1">
            <a:spLocks noGrp="1"/>
          </p:cNvSpPr>
          <p:nvPr>
            <p:ph type="subTitle" idx="1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6" name="Google Shape;426;p47"/>
          <p:cNvSpPr txBox="1">
            <a:spLocks noGrp="1"/>
          </p:cNvSpPr>
          <p:nvPr>
            <p:ph type="subTitle" idx="2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9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>
            <a:spLocks noGrp="1"/>
          </p:cNvSpPr>
          <p:nvPr>
            <p:ph type="subTitle" idx="1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29" name="Google Shape;429;p48"/>
          <p:cNvSpPr txBox="1">
            <a:spLocks noGrp="1"/>
          </p:cNvSpPr>
          <p:nvPr>
            <p:ph type="subTitle" idx="2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48"/>
          <p:cNvSpPr txBox="1">
            <a:spLocks noGrp="1"/>
          </p:cNvSpPr>
          <p:nvPr>
            <p:ph type="subTitle" idx="3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31" name="Google Shape;431;p48"/>
          <p:cNvSpPr txBox="1">
            <a:spLocks noGrp="1"/>
          </p:cNvSpPr>
          <p:nvPr>
            <p:ph type="subTitle" idx="4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4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433" name="Google Shape;433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4" name="Google Shape;434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3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>
            <a:spLocks noGrp="1"/>
          </p:cNvSpPr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437" name="Google Shape;437;p49"/>
          <p:cNvSpPr txBox="1">
            <a:spLocks noGrp="1"/>
          </p:cNvSpPr>
          <p:nvPr>
            <p:ph type="subTitle" idx="1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38" name="Google Shape;438;p49"/>
          <p:cNvSpPr txBox="1">
            <a:spLocks noGrp="1"/>
          </p:cNvSpPr>
          <p:nvPr>
            <p:ph type="subTitle" idx="2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9"/>
          <p:cNvSpPr txBox="1">
            <a:spLocks noGrp="1"/>
          </p:cNvSpPr>
          <p:nvPr>
            <p:ph type="subTitle" idx="3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40" name="Google Shape;440;p49"/>
          <p:cNvSpPr txBox="1">
            <a:spLocks noGrp="1"/>
          </p:cNvSpPr>
          <p:nvPr>
            <p:ph type="subTitle" idx="4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49"/>
          <p:cNvSpPr txBox="1">
            <a:spLocks noGrp="1"/>
          </p:cNvSpPr>
          <p:nvPr>
            <p:ph type="subTitle" idx="5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42" name="Google Shape;442;p49"/>
          <p:cNvSpPr txBox="1">
            <a:spLocks noGrp="1"/>
          </p:cNvSpPr>
          <p:nvPr>
            <p:ph type="subTitle" idx="6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43" name="Google Shape;443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4" name="Google Shape;444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4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0"/>
          <p:cNvSpPr txBox="1">
            <a:spLocks noGrp="1"/>
          </p:cNvSpPr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49" name="Google Shape;449;p50"/>
          <p:cNvSpPr txBox="1">
            <a:spLocks noGrp="1"/>
          </p:cNvSpPr>
          <p:nvPr>
            <p:ph type="subTitle" idx="1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50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1" name="Google Shape;451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2" name="Google Shape;452;p50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0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76" name="Google Shape;476;p5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82" name="Google Shape;482;p5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50" y="957107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 Trawler</a:t>
            </a:r>
            <a:endParaRPr/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39950" y="3009707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Email Phishing Identifier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?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4C323-8921-2687-3855-B9362492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959" y="1399175"/>
            <a:ext cx="1338943" cy="1338943"/>
          </a:xfrm>
          <a:prstGeom prst="rect">
            <a:avLst/>
          </a:prstGeom>
        </p:spPr>
      </p:pic>
      <p:sp>
        <p:nvSpPr>
          <p:cNvPr id="504" name="Google Shape;504;p62"/>
          <p:cNvSpPr txBox="1">
            <a:spLocks/>
          </p:cNvSpPr>
          <p:nvPr/>
        </p:nvSpPr>
        <p:spPr>
          <a:xfrm>
            <a:off x="815711" y="108987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Rise of Cyber Threats &amp; AI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CAC4FB-4152-F915-9246-F432014FF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28" y="2947243"/>
            <a:ext cx="1041915" cy="10419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3E6DD7-3559-7336-33CC-90131DBD7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493" y="1834243"/>
            <a:ext cx="1475014" cy="14750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3D99C8-C2EA-297C-8990-1D56CB1E4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098" y="1708475"/>
            <a:ext cx="1499507" cy="1499507"/>
          </a:xfrm>
          <a:prstGeom prst="rect">
            <a:avLst/>
          </a:prstGeom>
        </p:spPr>
      </p:pic>
      <p:sp>
        <p:nvSpPr>
          <p:cNvPr id="15" name="Google Shape;504;p62">
            <a:extLst>
              <a:ext uri="{FF2B5EF4-FFF2-40B4-BE49-F238E27FC236}">
                <a16:creationId xmlns:a16="http://schemas.microsoft.com/office/drawing/2014/main" id="{E371FC73-0872-F396-F6AF-6ACC3246AF2A}"/>
              </a:ext>
            </a:extLst>
          </p:cNvPr>
          <p:cNvSpPr txBox="1">
            <a:spLocks/>
          </p:cNvSpPr>
          <p:nvPr/>
        </p:nvSpPr>
        <p:spPr>
          <a:xfrm>
            <a:off x="6021801" y="1305159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Convincing</a:t>
            </a:r>
          </a:p>
        </p:txBody>
      </p:sp>
      <p:sp>
        <p:nvSpPr>
          <p:cNvPr id="16" name="Google Shape;504;p62">
            <a:extLst>
              <a:ext uri="{FF2B5EF4-FFF2-40B4-BE49-F238E27FC236}">
                <a16:creationId xmlns:a16="http://schemas.microsoft.com/office/drawing/2014/main" id="{A0B7E8EE-64FF-B8D9-4117-337653385D08}"/>
              </a:ext>
            </a:extLst>
          </p:cNvPr>
          <p:cNvSpPr txBox="1">
            <a:spLocks/>
          </p:cNvSpPr>
          <p:nvPr/>
        </p:nvSpPr>
        <p:spPr>
          <a:xfrm>
            <a:off x="4724400" y="35583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Google Shape;504;p62">
            <a:extLst>
              <a:ext uri="{FF2B5EF4-FFF2-40B4-BE49-F238E27FC236}">
                <a16:creationId xmlns:a16="http://schemas.microsoft.com/office/drawing/2014/main" id="{067117CF-EAE8-38D0-6613-D19B37ACE5DB}"/>
              </a:ext>
            </a:extLst>
          </p:cNvPr>
          <p:cNvSpPr txBox="1">
            <a:spLocks/>
          </p:cNvSpPr>
          <p:nvPr/>
        </p:nvSpPr>
        <p:spPr>
          <a:xfrm>
            <a:off x="6021801" y="3396014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Harder to Detect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D82CE839-5178-CBBF-BF00-0908C803E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7CC97117-732C-2B73-02A2-4F5C766A3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PhishTrawler</a:t>
            </a:r>
            <a:endParaRPr/>
          </a:p>
        </p:txBody>
      </p:sp>
      <p:sp>
        <p:nvSpPr>
          <p:cNvPr id="504" name="Google Shape;504;p62">
            <a:extLst>
              <a:ext uri="{FF2B5EF4-FFF2-40B4-BE49-F238E27FC236}">
                <a16:creationId xmlns:a16="http://schemas.microsoft.com/office/drawing/2014/main" id="{83DD0FA1-C50B-8F4D-8B59-5BB3C72009CD}"/>
              </a:ext>
            </a:extLst>
          </p:cNvPr>
          <p:cNvSpPr txBox="1">
            <a:spLocks/>
          </p:cNvSpPr>
          <p:nvPr/>
        </p:nvSpPr>
        <p:spPr>
          <a:xfrm>
            <a:off x="3328949" y="1588269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Email Phishing Identifier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2C427-E9C4-F725-F7D4-2A72B16DD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971" y="2139042"/>
            <a:ext cx="1328057" cy="1328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ADAAFD-55B1-492B-330B-7149429C7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070" y="2093612"/>
            <a:ext cx="1328058" cy="1328058"/>
          </a:xfrm>
          <a:prstGeom prst="rect">
            <a:avLst/>
          </a:prstGeom>
        </p:spPr>
      </p:pic>
      <p:sp>
        <p:nvSpPr>
          <p:cNvPr id="7" name="Google Shape;504;p62">
            <a:extLst>
              <a:ext uri="{FF2B5EF4-FFF2-40B4-BE49-F238E27FC236}">
                <a16:creationId xmlns:a16="http://schemas.microsoft.com/office/drawing/2014/main" id="{6C0A9C5D-0E14-4E18-ED27-0B519E36B3EA}"/>
              </a:ext>
            </a:extLst>
          </p:cNvPr>
          <p:cNvSpPr txBox="1">
            <a:spLocks/>
          </p:cNvSpPr>
          <p:nvPr/>
        </p:nvSpPr>
        <p:spPr>
          <a:xfrm>
            <a:off x="5815049" y="1588269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Easy to Use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406ADD-14F9-F367-3A5A-0A2C5D3D7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21" y="2139041"/>
            <a:ext cx="1328058" cy="1328058"/>
          </a:xfrm>
          <a:prstGeom prst="rect">
            <a:avLst/>
          </a:prstGeom>
        </p:spPr>
      </p:pic>
      <p:sp>
        <p:nvSpPr>
          <p:cNvPr id="11" name="Google Shape;504;p62">
            <a:extLst>
              <a:ext uri="{FF2B5EF4-FFF2-40B4-BE49-F238E27FC236}">
                <a16:creationId xmlns:a16="http://schemas.microsoft.com/office/drawing/2014/main" id="{BDF61A5E-2BA8-870F-1181-4CC65F79EEDA}"/>
              </a:ext>
            </a:extLst>
          </p:cNvPr>
          <p:cNvSpPr txBox="1">
            <a:spLocks/>
          </p:cNvSpPr>
          <p:nvPr/>
        </p:nvSpPr>
        <p:spPr>
          <a:xfrm>
            <a:off x="489000" y="1588269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Accurate</a:t>
            </a:r>
          </a:p>
        </p:txBody>
      </p:sp>
    </p:spTree>
    <p:extLst>
      <p:ext uri="{BB962C8B-B14F-4D97-AF65-F5344CB8AC3E}">
        <p14:creationId xmlns:p14="http://schemas.microsoft.com/office/powerpoint/2010/main" val="63680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D725AD0B-7541-4397-66A2-BA0E7C18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B06D19D3-C2EF-137C-5E34-9B6FE9C551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PhishTrawler – Core Features</a:t>
            </a:r>
            <a:endParaRPr/>
          </a:p>
        </p:txBody>
      </p:sp>
      <p:sp>
        <p:nvSpPr>
          <p:cNvPr id="504" name="Google Shape;504;p62">
            <a:extLst>
              <a:ext uri="{FF2B5EF4-FFF2-40B4-BE49-F238E27FC236}">
                <a16:creationId xmlns:a16="http://schemas.microsoft.com/office/drawing/2014/main" id="{E549ED00-30D6-51E8-1854-314ADE8544AE}"/>
              </a:ext>
            </a:extLst>
          </p:cNvPr>
          <p:cNvSpPr txBox="1">
            <a:spLocks/>
          </p:cNvSpPr>
          <p:nvPr/>
        </p:nvSpPr>
        <p:spPr>
          <a:xfrm>
            <a:off x="2028822" y="2824872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Language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F789F9-A4A5-5387-C2BA-F3362928D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619" y="1570293"/>
            <a:ext cx="1254579" cy="1254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2B01C2-C089-090A-77A3-93188CBFB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803" y="3199964"/>
            <a:ext cx="1254580" cy="1254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7A207B-6093-BBC4-D4ED-2FBDC3CAE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5802" y="1548699"/>
            <a:ext cx="1254581" cy="1254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2BB56B-E1BE-1C65-B085-8672DA1EFE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1903" y="3286333"/>
            <a:ext cx="1168211" cy="1168211"/>
          </a:xfrm>
          <a:prstGeom prst="rect">
            <a:avLst/>
          </a:prstGeom>
        </p:spPr>
      </p:pic>
      <p:sp>
        <p:nvSpPr>
          <p:cNvPr id="13" name="Google Shape;504;p62">
            <a:extLst>
              <a:ext uri="{FF2B5EF4-FFF2-40B4-BE49-F238E27FC236}">
                <a16:creationId xmlns:a16="http://schemas.microsoft.com/office/drawing/2014/main" id="{8587C5B3-9AF3-4B60-D733-AD3DAEEE5E02}"/>
              </a:ext>
            </a:extLst>
          </p:cNvPr>
          <p:cNvSpPr txBox="1">
            <a:spLocks/>
          </p:cNvSpPr>
          <p:nvPr/>
        </p:nvSpPr>
        <p:spPr>
          <a:xfrm>
            <a:off x="4627859" y="129896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Email Verification</a:t>
            </a:r>
          </a:p>
        </p:txBody>
      </p:sp>
      <p:sp>
        <p:nvSpPr>
          <p:cNvPr id="18" name="Google Shape;504;p62">
            <a:extLst>
              <a:ext uri="{FF2B5EF4-FFF2-40B4-BE49-F238E27FC236}">
                <a16:creationId xmlns:a16="http://schemas.microsoft.com/office/drawing/2014/main" id="{5F09A3A7-55FB-AAB0-853B-68AA3C84B142}"/>
              </a:ext>
            </a:extLst>
          </p:cNvPr>
          <p:cNvSpPr txBox="1">
            <a:spLocks/>
          </p:cNvSpPr>
          <p:nvPr/>
        </p:nvSpPr>
        <p:spPr>
          <a:xfrm>
            <a:off x="2030043" y="132586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Email Extraction</a:t>
            </a:r>
          </a:p>
        </p:txBody>
      </p:sp>
      <p:sp>
        <p:nvSpPr>
          <p:cNvPr id="19" name="Google Shape;504;p62">
            <a:extLst>
              <a:ext uri="{FF2B5EF4-FFF2-40B4-BE49-F238E27FC236}">
                <a16:creationId xmlns:a16="http://schemas.microsoft.com/office/drawing/2014/main" id="{CEB6F59A-BA47-C0F2-D878-CAF5FBFE47D8}"/>
              </a:ext>
            </a:extLst>
          </p:cNvPr>
          <p:cNvSpPr txBox="1">
            <a:spLocks/>
          </p:cNvSpPr>
          <p:nvPr/>
        </p:nvSpPr>
        <p:spPr>
          <a:xfrm>
            <a:off x="4627858" y="2824872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URL Checking</a:t>
            </a:r>
          </a:p>
        </p:txBody>
      </p:sp>
    </p:spTree>
    <p:extLst>
      <p:ext uri="{BB962C8B-B14F-4D97-AF65-F5344CB8AC3E}">
        <p14:creationId xmlns:p14="http://schemas.microsoft.com/office/powerpoint/2010/main" val="13224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2FDC8743-FDAF-33AE-811B-389B7DDD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61A86BF2-B25D-4409-52DA-88D21C33DB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4740" y="394017"/>
            <a:ext cx="414623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PhishTrawler – Additional Features</a:t>
            </a:r>
            <a:endParaRPr/>
          </a:p>
        </p:txBody>
      </p:sp>
      <p:sp>
        <p:nvSpPr>
          <p:cNvPr id="13" name="Google Shape;504;p62">
            <a:extLst>
              <a:ext uri="{FF2B5EF4-FFF2-40B4-BE49-F238E27FC236}">
                <a16:creationId xmlns:a16="http://schemas.microsoft.com/office/drawing/2014/main" id="{068CB52A-3E66-8434-9A4B-5A8812530E94}"/>
              </a:ext>
            </a:extLst>
          </p:cNvPr>
          <p:cNvSpPr txBox="1">
            <a:spLocks/>
          </p:cNvSpPr>
          <p:nvPr/>
        </p:nvSpPr>
        <p:spPr>
          <a:xfrm>
            <a:off x="4567953" y="19531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Graphical User Interface</a:t>
            </a:r>
          </a:p>
        </p:txBody>
      </p:sp>
      <p:sp>
        <p:nvSpPr>
          <p:cNvPr id="18" name="Google Shape;504;p62">
            <a:extLst>
              <a:ext uri="{FF2B5EF4-FFF2-40B4-BE49-F238E27FC236}">
                <a16:creationId xmlns:a16="http://schemas.microsoft.com/office/drawing/2014/main" id="{F61C9E9B-DB1C-17C3-F6A4-2D06371A4FD4}"/>
              </a:ext>
            </a:extLst>
          </p:cNvPr>
          <p:cNvSpPr txBox="1">
            <a:spLocks/>
          </p:cNvSpPr>
          <p:nvPr/>
        </p:nvSpPr>
        <p:spPr>
          <a:xfrm>
            <a:off x="1934897" y="19531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Document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8DDD8-A35B-306A-D75D-B9FCB5F55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218" y="2457449"/>
            <a:ext cx="1246414" cy="1246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2740B4-24FF-5B1C-A6FA-E73B2A528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796" y="2457449"/>
            <a:ext cx="1246414" cy="124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6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6DD1BA64-4BA0-1390-9731-DCB9623DD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F2EDB803-C59C-90C1-DC41-50BA54CD8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2421" y="494280"/>
            <a:ext cx="568980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PhishTrawler – System Diagram</a:t>
            </a:r>
            <a:endParaRPr/>
          </a:p>
        </p:txBody>
      </p:sp>
      <p:pic>
        <p:nvPicPr>
          <p:cNvPr id="2" name="Picture 1" descr="A black background with white rectangles&#10;&#10;AI-generated content may be incorrect.">
            <a:extLst>
              <a:ext uri="{FF2B5EF4-FFF2-40B4-BE49-F238E27FC236}">
                <a16:creationId xmlns:a16="http://schemas.microsoft.com/office/drawing/2014/main" id="{AE1F10AE-8B4B-BF60-3E90-D26A203D2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508" y="1281921"/>
            <a:ext cx="4095249" cy="314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9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C3C3D6EA-BC5E-ABF3-20C9-AD65981E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>
            <a:extLst>
              <a:ext uri="{FF2B5EF4-FFF2-40B4-BE49-F238E27FC236}">
                <a16:creationId xmlns:a16="http://schemas.microsoft.com/office/drawing/2014/main" id="{9D4C9EAB-00C6-3859-0A5F-B9883EFEE8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9650" y="2247300"/>
            <a:ext cx="49047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39304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ADADDD92-600D-2219-4BE9-548B84C2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93965EE1-94BB-8E41-76DB-2DE606AFBD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9223" y="534687"/>
            <a:ext cx="36174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PhishTrawler – Email Verification</a:t>
            </a:r>
            <a:endParaRPr/>
          </a:p>
        </p:txBody>
      </p:sp>
      <p:sp>
        <p:nvSpPr>
          <p:cNvPr id="13" name="Google Shape;504;p62">
            <a:extLst>
              <a:ext uri="{FF2B5EF4-FFF2-40B4-BE49-F238E27FC236}">
                <a16:creationId xmlns:a16="http://schemas.microsoft.com/office/drawing/2014/main" id="{EDBA3A61-8DCE-D421-37BA-BDE1985B1DD7}"/>
              </a:ext>
            </a:extLst>
          </p:cNvPr>
          <p:cNvSpPr txBox="1">
            <a:spLocks/>
          </p:cNvSpPr>
          <p:nvPr/>
        </p:nvSpPr>
        <p:spPr>
          <a:xfrm>
            <a:off x="4567953" y="19531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Lookalike Domain Check</a:t>
            </a:r>
          </a:p>
        </p:txBody>
      </p:sp>
      <p:sp>
        <p:nvSpPr>
          <p:cNvPr id="18" name="Google Shape;504;p62">
            <a:extLst>
              <a:ext uri="{FF2B5EF4-FFF2-40B4-BE49-F238E27FC236}">
                <a16:creationId xmlns:a16="http://schemas.microsoft.com/office/drawing/2014/main" id="{2C5BB034-44BC-2590-E468-DCB131692058}"/>
              </a:ext>
            </a:extLst>
          </p:cNvPr>
          <p:cNvSpPr txBox="1">
            <a:spLocks/>
          </p:cNvSpPr>
          <p:nvPr/>
        </p:nvSpPr>
        <p:spPr>
          <a:xfrm>
            <a:off x="1934897" y="19531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Domain Whitelist Check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A4D6B-DDC7-B5FD-7253-7CCC5C1C6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679" y="2459456"/>
            <a:ext cx="1267327" cy="1257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BC6F8A-63F8-681B-F64F-6ABE886DE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2459455"/>
            <a:ext cx="12573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76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3C14ED7B-BCFC-F654-726C-6F9E5487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80F9698E-E212-3EA4-708F-D41185455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9223" y="534687"/>
            <a:ext cx="36174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PhishTrawler – Language Analysis</a:t>
            </a:r>
            <a:endParaRPr/>
          </a:p>
        </p:txBody>
      </p:sp>
      <p:sp>
        <p:nvSpPr>
          <p:cNvPr id="13" name="Google Shape;504;p62">
            <a:extLst>
              <a:ext uri="{FF2B5EF4-FFF2-40B4-BE49-F238E27FC236}">
                <a16:creationId xmlns:a16="http://schemas.microsoft.com/office/drawing/2014/main" id="{D71613DA-9151-42D4-75B1-CB02429156A6}"/>
              </a:ext>
            </a:extLst>
          </p:cNvPr>
          <p:cNvSpPr txBox="1">
            <a:spLocks/>
          </p:cNvSpPr>
          <p:nvPr/>
        </p:nvSpPr>
        <p:spPr>
          <a:xfrm>
            <a:off x="4567953" y="19531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Email Language Risk</a:t>
            </a:r>
          </a:p>
        </p:txBody>
      </p:sp>
      <p:sp>
        <p:nvSpPr>
          <p:cNvPr id="18" name="Google Shape;504;p62">
            <a:extLst>
              <a:ext uri="{FF2B5EF4-FFF2-40B4-BE49-F238E27FC236}">
                <a16:creationId xmlns:a16="http://schemas.microsoft.com/office/drawing/2014/main" id="{D6449618-100D-365E-6814-36CBDE8C7479}"/>
              </a:ext>
            </a:extLst>
          </p:cNvPr>
          <p:cNvSpPr txBox="1">
            <a:spLocks/>
          </p:cNvSpPr>
          <p:nvPr/>
        </p:nvSpPr>
        <p:spPr>
          <a:xfrm>
            <a:off x="1934897" y="19531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Detect Probability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23F2A8-9930-15A3-340A-75D124458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626" y="2449429"/>
            <a:ext cx="1247274" cy="12472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21FF88-8A94-EC7F-2392-7634142E3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705" y="2449429"/>
            <a:ext cx="1247274" cy="124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1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614C1108-7320-53CD-F5DC-5E2244AC5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3CECD15E-0D54-DDD0-E0FA-3BAE288EAC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9223" y="534687"/>
            <a:ext cx="36174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PhishTrawler –   URL Checking</a:t>
            </a:r>
            <a:endParaRPr/>
          </a:p>
        </p:txBody>
      </p:sp>
      <p:sp>
        <p:nvSpPr>
          <p:cNvPr id="13" name="Google Shape;504;p62">
            <a:extLst>
              <a:ext uri="{FF2B5EF4-FFF2-40B4-BE49-F238E27FC236}">
                <a16:creationId xmlns:a16="http://schemas.microsoft.com/office/drawing/2014/main" id="{54F11852-D875-1D12-5CE6-8C17B9823D8E}"/>
              </a:ext>
            </a:extLst>
          </p:cNvPr>
          <p:cNvSpPr txBox="1">
            <a:spLocks/>
          </p:cNvSpPr>
          <p:nvPr/>
        </p:nvSpPr>
        <p:spPr>
          <a:xfrm>
            <a:off x="4567953" y="19531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Domain Page Rank Check</a:t>
            </a:r>
          </a:p>
        </p:txBody>
      </p:sp>
      <p:sp>
        <p:nvSpPr>
          <p:cNvPr id="18" name="Google Shape;504;p62">
            <a:extLst>
              <a:ext uri="{FF2B5EF4-FFF2-40B4-BE49-F238E27FC236}">
                <a16:creationId xmlns:a16="http://schemas.microsoft.com/office/drawing/2014/main" id="{5EBE14A8-B4CB-EEA6-7B58-94C96AAE4400}"/>
              </a:ext>
            </a:extLst>
          </p:cNvPr>
          <p:cNvSpPr txBox="1">
            <a:spLocks/>
          </p:cNvSpPr>
          <p:nvPr/>
        </p:nvSpPr>
        <p:spPr>
          <a:xfrm>
            <a:off x="1934897" y="19531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Offline Redirection Check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94FE7A-D6DA-F174-D535-DF2258BE3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47" y="2318656"/>
            <a:ext cx="1524000" cy="152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336C3C-7160-34E9-F620-31A5D112E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003" y="2318656"/>
            <a:ext cx="1467794" cy="146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3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74D65908-B93C-C21F-59A3-1BF9F8BC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D5781986-6D4E-0D7A-4B8C-56E77C594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9223" y="534687"/>
            <a:ext cx="36174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PhishTrawler – Document Checking</a:t>
            </a:r>
            <a:endParaRPr/>
          </a:p>
        </p:txBody>
      </p:sp>
      <p:sp>
        <p:nvSpPr>
          <p:cNvPr id="13" name="Google Shape;504;p62">
            <a:extLst>
              <a:ext uri="{FF2B5EF4-FFF2-40B4-BE49-F238E27FC236}">
                <a16:creationId xmlns:a16="http://schemas.microsoft.com/office/drawing/2014/main" id="{EE916602-DC3D-E3C0-1F00-DEA560E8F5E8}"/>
              </a:ext>
            </a:extLst>
          </p:cNvPr>
          <p:cNvSpPr txBox="1">
            <a:spLocks/>
          </p:cNvSpPr>
          <p:nvPr/>
        </p:nvSpPr>
        <p:spPr>
          <a:xfrm>
            <a:off x="4567953" y="19531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Archive Check</a:t>
            </a:r>
          </a:p>
        </p:txBody>
      </p:sp>
      <p:sp>
        <p:nvSpPr>
          <p:cNvPr id="18" name="Google Shape;504;p62">
            <a:extLst>
              <a:ext uri="{FF2B5EF4-FFF2-40B4-BE49-F238E27FC236}">
                <a16:creationId xmlns:a16="http://schemas.microsoft.com/office/drawing/2014/main" id="{BAC56C82-6066-8FA9-9DF3-268AAAD3BA28}"/>
              </a:ext>
            </a:extLst>
          </p:cNvPr>
          <p:cNvSpPr txBox="1">
            <a:spLocks/>
          </p:cNvSpPr>
          <p:nvPr/>
        </p:nvSpPr>
        <p:spPr>
          <a:xfrm>
            <a:off x="1934897" y="19531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High Risk Extension Check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25C180-23AF-873D-0A5A-250B5CE46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642" y="2457449"/>
            <a:ext cx="1205593" cy="1205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E966F4-6202-1E1C-5A53-FBFA68462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697" y="2357939"/>
            <a:ext cx="1404612" cy="140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20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58">
          <a:extLst>
            <a:ext uri="{FF2B5EF4-FFF2-40B4-BE49-F238E27FC236}">
              <a16:creationId xmlns:a16="http://schemas.microsoft.com/office/drawing/2014/main" id="{5D955DCA-16F4-802A-679B-039E8FA6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23A12E9C-0431-FC14-3708-3F60D089C0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7539" y="544714"/>
            <a:ext cx="48908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PhishTrawler</a:t>
            </a:r>
            <a:r>
              <a:rPr lang="en"/>
              <a:t> – Weightage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A89FA7-3D54-3658-28DE-0C26F3FD3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242450"/>
              </p:ext>
            </p:extLst>
          </p:nvPr>
        </p:nvGraphicFramePr>
        <p:xfrm>
          <a:off x="1243262" y="1584157"/>
          <a:ext cx="6656300" cy="2509520"/>
        </p:xfrm>
        <a:graphic>
          <a:graphicData uri="http://schemas.openxmlformats.org/drawingml/2006/table">
            <a:tbl>
              <a:tblPr firstRow="1" bandRow="1">
                <a:tableStyleId>{155D94CF-976D-4555-B3E2-F2BDE5957112}</a:tableStyleId>
              </a:tblPr>
              <a:tblGrid>
                <a:gridCol w="1825112">
                  <a:extLst>
                    <a:ext uri="{9D8B030D-6E8A-4147-A177-3AD203B41FA5}">
                      <a16:colId xmlns:a16="http://schemas.microsoft.com/office/drawing/2014/main" val="2662010740"/>
                    </a:ext>
                  </a:extLst>
                </a:gridCol>
                <a:gridCol w="1189087">
                  <a:extLst>
                    <a:ext uri="{9D8B030D-6E8A-4147-A177-3AD203B41FA5}">
                      <a16:colId xmlns:a16="http://schemas.microsoft.com/office/drawing/2014/main" val="4054436809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val="3889146722"/>
                    </a:ext>
                  </a:extLst>
                </a:gridCol>
                <a:gridCol w="1204713">
                  <a:extLst>
                    <a:ext uri="{9D8B030D-6E8A-4147-A177-3AD203B41FA5}">
                      <a16:colId xmlns:a16="http://schemas.microsoft.com/office/drawing/2014/main" val="929148796"/>
                    </a:ext>
                  </a:extLst>
                </a:gridCol>
                <a:gridCol w="1331259">
                  <a:extLst>
                    <a:ext uri="{9D8B030D-6E8A-4147-A177-3AD203B41FA5}">
                      <a16:colId xmlns:a16="http://schemas.microsoft.com/office/drawing/2014/main" val="3165818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Scenario/Checks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Email Verification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Language Analysis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URL Checking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Document Checking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93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URL Not Present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Document Not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040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Document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747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URL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363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URL Present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Document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46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03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5BA82E6D-3953-D171-1ABC-61CA4DED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>
            <a:extLst>
              <a:ext uri="{FF2B5EF4-FFF2-40B4-BE49-F238E27FC236}">
                <a16:creationId xmlns:a16="http://schemas.microsoft.com/office/drawing/2014/main" id="{05B9789B-6B0F-5033-3DAE-76B358212A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9650" y="2247300"/>
            <a:ext cx="49047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4470616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1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Minimalist Business Slides XL by Slidesgo</vt:lpstr>
      <vt:lpstr>Slidesgo Final Pages</vt:lpstr>
      <vt:lpstr>Slidesgo Final Pages</vt:lpstr>
      <vt:lpstr>Phish Trawler</vt:lpstr>
      <vt:lpstr>WHY ?</vt:lpstr>
      <vt:lpstr>PhishTrawler</vt:lpstr>
      <vt:lpstr>PhishTrawler – Core Features</vt:lpstr>
      <vt:lpstr>PhishTrawler – Additional Features</vt:lpstr>
      <vt:lpstr>PhishTrawler – System Diagram</vt:lpstr>
      <vt:lpstr>Functions</vt:lpstr>
      <vt:lpstr>PhishTrawler – Email Verification</vt:lpstr>
      <vt:lpstr>PhishTrawler – Language Analysis</vt:lpstr>
      <vt:lpstr>PhishTrawler –   URL Checking</vt:lpstr>
      <vt:lpstr>PhishTrawler – Document Checking</vt:lpstr>
      <vt:lpstr>PhishTrawler – Weightage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time0ut</dc:creator>
  <cp:revision>1</cp:revision>
  <dcterms:modified xsi:type="dcterms:W3CDTF">2026-02-15T03:01:41Z</dcterms:modified>
</cp:coreProperties>
</file>